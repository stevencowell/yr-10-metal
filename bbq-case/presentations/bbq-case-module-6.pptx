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2bf2265ae446f8" /><Relationship Type="http://schemas.openxmlformats.org/officeDocument/2006/relationships/extended-properties" Target="/docProps/app.xml" Id="R9133329b97f6485b" /><Relationship Type="http://schemas.openxmlformats.org/officeDocument/2006/relationships/officeDocument" Target="/ppt/presentation.xml" Id="Re356b94b7a4241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2d4f6d4f834a9b"/>
  </p:sldMasterIdLst>
  <p:notesMasterIdLst>
    <p:notesMasterId xmlns:r="http://schemas.openxmlformats.org/officeDocument/2006/relationships" r:id="R877edb2838c44104"/>
  </p:notesMasterIdLst>
  <p:sldIdLst>
    <p:sldId xmlns:r="http://schemas.openxmlformats.org/officeDocument/2006/relationships" id="256" r:id="R8aa47f2b23b94649"/>
    <p:sldId xmlns:r="http://schemas.openxmlformats.org/officeDocument/2006/relationships" id="257" r:id="R6ad0e9209cf14ecb"/>
    <p:sldId xmlns:r="http://schemas.openxmlformats.org/officeDocument/2006/relationships" id="258" r:id="Reaa15c0c38e74985"/>
    <p:sldId xmlns:r="http://schemas.openxmlformats.org/officeDocument/2006/relationships" id="259" r:id="R2feb0333a7c7469d"/>
    <p:sldId xmlns:r="http://schemas.openxmlformats.org/officeDocument/2006/relationships" id="260" r:id="R8c1613da536a4db3"/>
    <p:sldId xmlns:r="http://schemas.openxmlformats.org/officeDocument/2006/relationships" id="261" r:id="R00bb70402d20458a"/>
    <p:sldId xmlns:r="http://schemas.openxmlformats.org/officeDocument/2006/relationships" id="262" r:id="Rb69bd153777f4de5"/>
    <p:sldId xmlns:r="http://schemas.openxmlformats.org/officeDocument/2006/relationships" id="263" r:id="R2b2e890abd1b40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b2c008bec84e24" /><Relationship Type="http://schemas.openxmlformats.org/officeDocument/2006/relationships/slideMaster" Target="/ppt/slideMasters/slideMaster1.xml" Id="R0b2d4f6d4f834a9b" /><Relationship Type="http://schemas.openxmlformats.org/officeDocument/2006/relationships/notesMaster" Target="/ppt/notesMasters/notesMaster1.xml" Id="R877edb2838c44104" /><Relationship Type="http://schemas.openxmlformats.org/officeDocument/2006/relationships/presProps" Target="/ppt/presProps.xml" Id="Rb8695f38fae648d2" /><Relationship Type="http://schemas.openxmlformats.org/officeDocument/2006/relationships/tableStyles" Target="/ppt/tableStyles.xml" Id="Rb781043db760472c" /><Relationship Type="http://schemas.openxmlformats.org/officeDocument/2006/relationships/slide" Target="/ppt/slides/slide1.xml" Id="R8aa47f2b23b94649" /><Relationship Type="http://schemas.openxmlformats.org/officeDocument/2006/relationships/slide" Target="/ppt/slides/slide2.xml" Id="R6ad0e9209cf14ecb" /><Relationship Type="http://schemas.openxmlformats.org/officeDocument/2006/relationships/slide" Target="/ppt/slides/slide3.xml" Id="Reaa15c0c38e74985" /><Relationship Type="http://schemas.openxmlformats.org/officeDocument/2006/relationships/slide" Target="/ppt/slides/slide4.xml" Id="R2feb0333a7c7469d" /><Relationship Type="http://schemas.openxmlformats.org/officeDocument/2006/relationships/slide" Target="/ppt/slides/slide5.xml" Id="R8c1613da536a4db3" /><Relationship Type="http://schemas.openxmlformats.org/officeDocument/2006/relationships/slide" Target="/ppt/slides/slide6.xml" Id="R00bb70402d20458a" /><Relationship Type="http://schemas.openxmlformats.org/officeDocument/2006/relationships/slide" Target="/ppt/slides/slide7.xml" Id="Rb69bd153777f4de5" /><Relationship Type="http://schemas.openxmlformats.org/officeDocument/2006/relationships/slide" Target="/ppt/slides/slide8.xml" Id="R2b2e890abd1b40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4ea985e27044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ed75712fe745dd" /><Relationship Type="http://schemas.openxmlformats.org/officeDocument/2006/relationships/notesMaster" Target="/ppt/notesMasters/notesMaster1.xml" Id="R406bf9c67ee64a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c31597d19f461f" /><Relationship Type="http://schemas.openxmlformats.org/officeDocument/2006/relationships/notesMaster" Target="/ppt/notesMasters/notesMaster1.xml" Id="R90313d3040b642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f04590d65a419c" /><Relationship Type="http://schemas.openxmlformats.org/officeDocument/2006/relationships/notesMaster" Target="/ppt/notesMasters/notesMaster1.xml" Id="Rc71db8d1539d46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b2850f2c534a9b" /><Relationship Type="http://schemas.openxmlformats.org/officeDocument/2006/relationships/notesMaster" Target="/ppt/notesMasters/notesMaster1.xml" Id="R7bb883014b4c46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55afe7c77941d5" /><Relationship Type="http://schemas.openxmlformats.org/officeDocument/2006/relationships/notesMaster" Target="/ppt/notesMasters/notesMaster1.xml" Id="R54bce5d87e4a41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91e6aab20c44d6" /><Relationship Type="http://schemas.openxmlformats.org/officeDocument/2006/relationships/notesMaster" Target="/ppt/notesMasters/notesMaster1.xml" Id="R642c49c66bb54d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1bc28f92a1469d" /><Relationship Type="http://schemas.openxmlformats.org/officeDocument/2006/relationships/notesMaster" Target="/ppt/notesMasters/notesMaster1.xml" Id="R801fb87e12714b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338e30706e4ddd" /><Relationship Type="http://schemas.openxmlformats.org/officeDocument/2006/relationships/notesMaster" Target="/ppt/notesMasters/notesMaster1.xml" Id="Rfe35ddb9b6b342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93903960f44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4003e1275d4407" /><Relationship Type="http://schemas.openxmlformats.org/officeDocument/2006/relationships/slideLayout" Target="/ppt/slideLayouts/slideLayout1.xml" Id="R02e81874d1fc4a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e81874d1fc4a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86d723aec4545" /><Relationship Type="http://schemas.openxmlformats.org/officeDocument/2006/relationships/notesSlide" Target="/ppt/notesSlides/notesSlide1.xml" Id="Rb230e12814c548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997c86ead4b1c" /><Relationship Type="http://schemas.openxmlformats.org/officeDocument/2006/relationships/notesSlide" Target="/ppt/notesSlides/notesSlide2.xml" Id="R770e7ca780d948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19b1ae79d4b97" /><Relationship Type="http://schemas.openxmlformats.org/officeDocument/2006/relationships/notesSlide" Target="/ppt/notesSlides/notesSlide3.xml" Id="Ra2b4667963e24d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739fc11ce4310" /><Relationship Type="http://schemas.openxmlformats.org/officeDocument/2006/relationships/image" Target="/ppt/media/image.png" Id="R864717a00eca4777" /><Relationship Type="http://schemas.openxmlformats.org/officeDocument/2006/relationships/notesSlide" Target="/ppt/notesSlides/notesSlide4.xml" Id="R88e33b50265a43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4d94a24f24fa9" /><Relationship Type="http://schemas.openxmlformats.org/officeDocument/2006/relationships/image" Target="/ppt/media/image2.png" Id="Ra5d4a7f27e2c4d8e" /><Relationship Type="http://schemas.openxmlformats.org/officeDocument/2006/relationships/notesSlide" Target="/ppt/notesSlides/notesSlide5.xml" Id="R09e9a92bca3b41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e8c0d0a6846ce" /><Relationship Type="http://schemas.openxmlformats.org/officeDocument/2006/relationships/image" Target="/ppt/media/image3.png" Id="Rcc64236682e64f80" /><Relationship Type="http://schemas.openxmlformats.org/officeDocument/2006/relationships/notesSlide" Target="/ppt/notesSlides/notesSlide6.xml" Id="R61a2ac29910f4d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4df1e0a8b4928" /><Relationship Type="http://schemas.openxmlformats.org/officeDocument/2006/relationships/notesSlide" Target="/ppt/notesSlides/notesSlide7.xml" Id="Rc761cc1f67a042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db4624c384ad3" /><Relationship Type="http://schemas.openxmlformats.org/officeDocument/2006/relationships/notesSlide" Target="/ppt/notesSlides/notesSlide8.xml" Id="Rb664f3d886a54f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label">
            <a:extLst xmlns:a="http://schemas.openxmlformats.org/drawingml/2006/main">
              <a:ext uri="{FF2B5EF4-FFF2-40B4-BE49-F238E27FC236}">
                <a16:creationId xmlns:a16="http://schemas.microsoft.com/office/drawing/2014/main" id="{176E6860-961F-4511-856F-678C64D5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35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BBQ AND CASE · MODULE 6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C17C6A9-304A-48D1-A857-DA848ECB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Industry and environmental responsibility</a:t>
            </a:r>
          </a:p>
        </p:txBody>
      </p:sp>
      <p:sp>
        <p:nvSpPr>
          <p:cNvPr id="3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36ACF150-CF1D-475F-8828-5157DB85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1616A"/>
                </a:solidFill>
                <a:latin typeface="Arial"/>
                <a:ea typeface="Arial"/>
                <a:cs typeface="Arial"/>
              </a:rPr>
              <a:t>Control stability and assembly while considering supported industry and environmental evidence.</a:t>
            </a:r>
          </a:p>
        </p:txBody>
      </p:sp>
      <p:sp>
        <p:nvSpPr>
          <p:cNvPr id="4" name="cover-weeks">
            <a:extLst xmlns:a="http://schemas.openxmlformats.org/drawingml/2006/main">
              <a:ext uri="{FF2B5EF4-FFF2-40B4-BE49-F238E27FC236}">
                <a16:creationId xmlns:a16="http://schemas.microsoft.com/office/drawing/2014/main" id="{CC0926F7-4FE7-4A50-A7FE-B01B530C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Weeks 11–12</a:t>
            </a:r>
          </a:p>
        </p:txBody>
      </p:sp>
    </p:spTree>
    <p:extLst>
      <p:ext uri="{BB962C8B-B14F-4D97-AF65-F5344CB8AC3E}">
        <p14:creationId xmlns:p14="http://schemas.microsoft.com/office/powerpoint/2010/main" val="1507933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70BF351E-E2C6-4A49-893F-E5ED1342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0E4E10-C966-4083-8F0B-ACBF7F21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Start with what you already know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10DEEC5-5F5F-4CD6-9B9C-514BFBF6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Think first. Discuss your reasoning, then check it against the module.</a:t>
            </a:r>
          </a:p>
        </p:txBody>
      </p:sp>
      <p:sp>
        <p:nvSpPr>
          <p:cNvPr id="4" name="retrieval-panel-1">
            <a:extLst xmlns:a="http://schemas.openxmlformats.org/drawingml/2006/main">
              <a:ext uri="{FF2B5EF4-FFF2-40B4-BE49-F238E27FC236}">
                <a16:creationId xmlns:a16="http://schemas.microsoft.com/office/drawing/2014/main" id="{5F577E3E-80B4-4ECD-BEE0-3A383E49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trieval-number-1">
            <a:extLst xmlns:a="http://schemas.openxmlformats.org/drawingml/2006/main">
              <a:ext uri="{FF2B5EF4-FFF2-40B4-BE49-F238E27FC236}">
                <a16:creationId xmlns:a16="http://schemas.microsoft.com/office/drawing/2014/main" id="{2DF99156-1C13-4201-9637-C71E22B1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trieval-question-1">
            <a:extLst xmlns:a="http://schemas.openxmlformats.org/drawingml/2006/main">
              <a:ext uri="{FF2B5EF4-FFF2-40B4-BE49-F238E27FC236}">
                <a16:creationId xmlns:a16="http://schemas.microsoft.com/office/drawing/2014/main" id="{8410D383-813E-45ED-A91C-45491A30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According to the theory, what does stable support begin with?</a:t>
            </a:r>
          </a:p>
        </p:txBody>
      </p:sp>
      <p:sp>
        <p:nvSpPr>
          <p:cNvPr id="7" name="retrieval-panel-2">
            <a:extLst xmlns:a="http://schemas.openxmlformats.org/drawingml/2006/main">
              <a:ext uri="{FF2B5EF4-FFF2-40B4-BE49-F238E27FC236}">
                <a16:creationId xmlns:a16="http://schemas.microsoft.com/office/drawing/2014/main" id="{3F7A317C-A14F-4FCF-BFB5-00883F96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trieval-number-2">
            <a:extLst xmlns:a="http://schemas.openxmlformats.org/drawingml/2006/main">
              <a:ext uri="{FF2B5EF4-FFF2-40B4-BE49-F238E27FC236}">
                <a16:creationId xmlns:a16="http://schemas.microsoft.com/office/drawing/2014/main" id="{4DE9B93B-2904-46B5-883A-9A88FB3C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trieval-question-2">
            <a:extLst xmlns:a="http://schemas.openxmlformats.org/drawingml/2006/main">
              <a:ext uri="{FF2B5EF4-FFF2-40B4-BE49-F238E27FC236}">
                <a16:creationId xmlns:a16="http://schemas.microsoft.com/office/drawing/2014/main" id="{95EB0FA6-710A-4998-BFC2-EBB989FC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004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should leg components be prepared from consistent datums?</a:t>
            </a:r>
          </a:p>
        </p:txBody>
      </p:sp>
      <p:sp>
        <p:nvSpPr>
          <p:cNvPr id="10" name="retrieval-panel-3">
            <a:extLst xmlns:a="http://schemas.openxmlformats.org/drawingml/2006/main">
              <a:ext uri="{FF2B5EF4-FFF2-40B4-BE49-F238E27FC236}">
                <a16:creationId xmlns:a16="http://schemas.microsoft.com/office/drawing/2014/main" id="{70D4DD11-5462-423E-B9DA-1F96F139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etrieval-number-3">
            <a:extLst xmlns:a="http://schemas.openxmlformats.org/drawingml/2006/main">
              <a:ext uri="{FF2B5EF4-FFF2-40B4-BE49-F238E27FC236}">
                <a16:creationId xmlns:a16="http://schemas.microsoft.com/office/drawing/2014/main" id="{08FDD3D9-DFF6-4EB6-9BCF-B281A7B8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trieval-question-3">
            <a:extLst xmlns:a="http://schemas.openxmlformats.org/drawingml/2006/main">
              <a:ext uri="{FF2B5EF4-FFF2-40B4-BE49-F238E27FC236}">
                <a16:creationId xmlns:a16="http://schemas.microsoft.com/office/drawing/2014/main" id="{6686BA5E-7930-4033-8C07-2FDD48B7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672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is the purpose of orientation marks?</a:t>
            </a:r>
          </a:p>
        </p:txBody>
      </p:sp>
      <p:sp>
        <p:nvSpPr>
          <p:cNvPr id="13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456E8C44-7CA6-4A87-B5DA-B2C89FFE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6</a:t>
            </a:r>
          </a:p>
        </p:txBody>
      </p:sp>
      <p:sp>
        <p:nvSpPr>
          <p:cNvPr id="14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8FFCD985-30BB-4CA2-80D4-B92DA168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91041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0B8605A-475F-45E3-B2E4-2EAC6473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2D468C-1198-4F6F-B4B8-AB7F7E01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organise this module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06CD28E-B0EA-4DB4-94D7-9706E402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Work through them in order, then complete the checks and written evidence.</a:t>
            </a:r>
          </a:p>
        </p:txBody>
      </p:sp>
      <p:sp>
        <p:nvSpPr>
          <p:cNvPr id="4" name="roadmap-panel-1">
            <a:extLst xmlns:a="http://schemas.openxmlformats.org/drawingml/2006/main">
              <a:ext uri="{FF2B5EF4-FFF2-40B4-BE49-F238E27FC236}">
                <a16:creationId xmlns:a16="http://schemas.microsoft.com/office/drawing/2014/main" id="{94FCBA2F-EFF9-453D-A032-F4CFD4BC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oadmap-index-1">
            <a:extLst xmlns:a="http://schemas.openxmlformats.org/drawingml/2006/main">
              <a:ext uri="{FF2B5EF4-FFF2-40B4-BE49-F238E27FC236}">
                <a16:creationId xmlns:a16="http://schemas.microsoft.com/office/drawing/2014/main" id="{1039A51E-CCC6-4E64-B601-E692B114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63FFC7D8-07B5-4960-BAB5-60111362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Stability begins with geometry and matched components</a:t>
            </a:r>
          </a:p>
        </p:txBody>
      </p:sp>
      <p:sp>
        <p:nvSpPr>
          <p:cNvPr id="7" name="roadmap-panel-2">
            <a:extLst xmlns:a="http://schemas.openxmlformats.org/drawingml/2006/main">
              <a:ext uri="{FF2B5EF4-FFF2-40B4-BE49-F238E27FC236}">
                <a16:creationId xmlns:a16="http://schemas.microsoft.com/office/drawing/2014/main" id="{A35A3205-4513-415E-836C-3E804D71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oadmap-index-2">
            <a:extLst xmlns:a="http://schemas.openxmlformats.org/drawingml/2006/main">
              <a:ext uri="{FF2B5EF4-FFF2-40B4-BE49-F238E27FC236}">
                <a16:creationId xmlns:a16="http://schemas.microsoft.com/office/drawing/2014/main" id="{B7E15150-E9D8-4100-A81B-BEEAC904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427E1F17-8521-4D5C-AA80-F3919741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Assembly order, access and hold points</a:t>
            </a:r>
          </a:p>
        </p:txBody>
      </p:sp>
      <p:sp>
        <p:nvSpPr>
          <p:cNvPr id="10" name="roadmap-panel-3">
            <a:extLst xmlns:a="http://schemas.openxmlformats.org/drawingml/2006/main">
              <a:ext uri="{FF2B5EF4-FFF2-40B4-BE49-F238E27FC236}">
                <a16:creationId xmlns:a16="http://schemas.microsoft.com/office/drawing/2014/main" id="{087285F2-5780-48B9-8ABD-6F6C2C6B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oadmap-index-3">
            <a:extLst xmlns:a="http://schemas.openxmlformats.org/drawingml/2006/main">
              <a:ext uri="{FF2B5EF4-FFF2-40B4-BE49-F238E27FC236}">
                <a16:creationId xmlns:a16="http://schemas.microsoft.com/office/drawing/2014/main" id="{1946D2B5-4093-4EC9-8742-CE97635C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D1E16CF3-2A3E-45C0-8BE2-D83B9440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Quality assurance during structural assembly</a:t>
            </a:r>
          </a:p>
        </p:txBody>
      </p:sp>
      <p:sp>
        <p:nvSpPr>
          <p:cNvPr id="1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8F226FB7-82A1-47FC-8B88-7BA3AB28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6</a:t>
            </a:r>
          </a:p>
        </p:txBody>
      </p:sp>
      <p:sp>
        <p:nvSpPr>
          <p:cNvPr id="14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58BB8326-EBC7-4D6A-8C3C-1E502520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44398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83AA367-B90A-4AF1-8C68-666D6CBB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0C8493-1D65-4E5C-9ACF-1B57AC9C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Stability begins with geometry and matched components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816B79B-B076-416C-86A7-7A0B3B21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717a00eca4777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1-bullet-1">
            <a:extLst xmlns:a="http://schemas.openxmlformats.org/drawingml/2006/main">
              <a:ext uri="{FF2B5EF4-FFF2-40B4-BE49-F238E27FC236}">
                <a16:creationId xmlns:a16="http://schemas.microsoft.com/office/drawing/2014/main" id="{B635007D-4171-48F0-8010-CDDB863E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Prepare matched components from consistent reference points.</a:t>
            </a:r>
          </a:p>
        </p:txBody>
      </p:sp>
      <p:sp>
        <p:nvSpPr>
          <p:cNvPr id="6" name="theory-1-bullet-2">
            <a:extLst xmlns:a="http://schemas.openxmlformats.org/drawingml/2006/main">
              <a:ext uri="{FF2B5EF4-FFF2-40B4-BE49-F238E27FC236}">
                <a16:creationId xmlns:a16="http://schemas.microsoft.com/office/drawing/2014/main" id="{7BF14043-68C7-44A3-AC38-5F437FF9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Diagnose geometric causes rather than reacting to visible symptoms.</a:t>
            </a:r>
          </a:p>
        </p:txBody>
      </p:sp>
      <p:sp>
        <p:nvSpPr>
          <p:cNvPr id="7" name="theory-1-bullet-3">
            <a:extLst xmlns:a="http://schemas.openxmlformats.org/drawingml/2006/main">
              <a:ext uri="{FF2B5EF4-FFF2-40B4-BE49-F238E27FC236}">
                <a16:creationId xmlns:a16="http://schemas.microsoft.com/office/drawing/2014/main" id="{4B7B1052-1DEE-409A-819D-C3D11A1E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Measure and seek teacher review before making corrections.</a:t>
            </a:r>
          </a:p>
        </p:txBody>
      </p:sp>
      <p:sp>
        <p:nvSpPr>
          <p:cNvPr id="8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BA06B1FE-6B83-483E-848E-A0180A21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6</a:t>
            </a:r>
          </a:p>
        </p:txBody>
      </p:sp>
      <p:sp>
        <p:nvSpPr>
          <p:cNvPr id="9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1BB42DA6-5338-4F4E-B3BB-85779466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4127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86FA6EAC-18C4-4C20-9596-6A75A1DE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8C944D-86E9-4441-9B36-B224425E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Assembly order, access and hold points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68A8DE8-A180-4DBD-948E-23665A20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4a7f27e2c4d8e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2-bullet-1">
            <a:extLst xmlns:a="http://schemas.openxmlformats.org/drawingml/2006/main">
              <a:ext uri="{FF2B5EF4-FFF2-40B4-BE49-F238E27FC236}">
                <a16:creationId xmlns:a16="http://schemas.microsoft.com/office/drawing/2014/main" id="{78BFAEC4-52F3-46EC-8DE0-94551870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Consider access, alignment, inspection and finishing before assembly proceeds.</a:t>
            </a:r>
          </a:p>
        </p:txBody>
      </p:sp>
      <p:sp>
        <p:nvSpPr>
          <p:cNvPr id="6" name="theory-2-bullet-2">
            <a:extLst xmlns:a="http://schemas.openxmlformats.org/drawingml/2006/main">
              <a:ext uri="{FF2B5EF4-FFF2-40B4-BE49-F238E27FC236}">
                <a16:creationId xmlns:a16="http://schemas.microsoft.com/office/drawing/2014/main" id="{3C21A640-E5C4-4D09-B3F3-53A88E7B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Use hold points to protect verified work from cumulative error.</a:t>
            </a:r>
          </a:p>
        </p:txBody>
      </p:sp>
      <p:sp>
        <p:nvSpPr>
          <p:cNvPr id="7" name="theory-2-bullet-3">
            <a:extLst xmlns:a="http://schemas.openxmlformats.org/drawingml/2006/main">
              <a:ext uri="{FF2B5EF4-FFF2-40B4-BE49-F238E27FC236}">
                <a16:creationId xmlns:a16="http://schemas.microsoft.com/office/drawing/2014/main" id="{28DA5533-12E8-4B40-86B2-3D73E430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Document any teacher-approved change to the production sequence.</a:t>
            </a:r>
          </a:p>
        </p:txBody>
      </p:sp>
      <p:sp>
        <p:nvSpPr>
          <p:cNvPr id="8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EEB9B65A-9EFF-4CD8-8673-85556DD8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6</a:t>
            </a:r>
          </a:p>
        </p:txBody>
      </p:sp>
      <p:sp>
        <p:nvSpPr>
          <p:cNvPr id="9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2F6C5B98-65D4-423A-8FDC-3E5F10C9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2483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EF86687-C34F-4FA7-95F1-835340C4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FED260-239F-4B27-A4A9-214A43C6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Quality assurance during structural assembly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E874AEB-FE52-4020-A7D6-B8885A30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4236682e64f80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3-bullet-1">
            <a:extLst xmlns:a="http://schemas.openxmlformats.org/drawingml/2006/main">
              <a:ext uri="{FF2B5EF4-FFF2-40B4-BE49-F238E27FC236}">
                <a16:creationId xmlns:a16="http://schemas.microsoft.com/office/drawing/2014/main" id="{9E0BDFBE-54F3-435A-82EB-2C0A570E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Quality control checks stages; quality assurance links the whole project.</a:t>
            </a:r>
          </a:p>
        </p:txBody>
      </p:sp>
      <p:sp>
        <p:nvSpPr>
          <p:cNvPr id="6" name="theory-3-bullet-2">
            <a:extLst xmlns:a="http://schemas.openxmlformats.org/drawingml/2006/main">
              <a:ext uri="{FF2B5EF4-FFF2-40B4-BE49-F238E27FC236}">
                <a16:creationId xmlns:a16="http://schemas.microsoft.com/office/drawing/2014/main" id="{F213CB77-A8F0-4F4D-A30E-08B3A4EB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Use traceable photographs, annotations and inspection records.</a:t>
            </a:r>
          </a:p>
        </p:txBody>
      </p:sp>
      <p:sp>
        <p:nvSpPr>
          <p:cNvPr id="7" name="theory-3-bullet-3">
            <a:extLst xmlns:a="http://schemas.openxmlformats.org/drawingml/2006/main">
              <a:ext uri="{FF2B5EF4-FFF2-40B4-BE49-F238E27FC236}">
                <a16:creationId xmlns:a16="http://schemas.microsoft.com/office/drawing/2014/main" id="{DE80F8EB-E9A6-4E68-B002-5C35A07A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Record non-conformance and obtain teacher authorisation before rework.</a:t>
            </a:r>
          </a:p>
        </p:txBody>
      </p:sp>
      <p:sp>
        <p:nvSpPr>
          <p:cNvPr id="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57D32986-E75F-49FB-ADEC-A3FC44B9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6</a:t>
            </a:r>
          </a:p>
        </p:txBody>
      </p:sp>
      <p:sp>
        <p:nvSpPr>
          <p:cNvPr id="9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29989362-CC93-49F6-9399-81767CEF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939615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19BF3952-42B6-4A86-8998-323F20B2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LEARNING 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45DD9B-3664-40FA-A1C0-9366ACCB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Can you explain each idea without guessing?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306E2B8-0A23-4857-88EE-9E80D00B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Answer in your own words before opening the online knowledge checks.</a:t>
            </a:r>
          </a:p>
        </p:txBody>
      </p:sp>
      <p:sp>
        <p:nvSpPr>
          <p:cNvPr id="4" name="check-panel-1">
            <a:extLst xmlns:a="http://schemas.openxmlformats.org/drawingml/2006/main">
              <a:ext uri="{FF2B5EF4-FFF2-40B4-BE49-F238E27FC236}">
                <a16:creationId xmlns:a16="http://schemas.microsoft.com/office/drawing/2014/main" id="{0F748AE4-3A5D-41FE-85C6-D4D39237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check-index-1">
            <a:extLst xmlns:a="http://schemas.openxmlformats.org/drawingml/2006/main">
              <a:ext uri="{FF2B5EF4-FFF2-40B4-BE49-F238E27FC236}">
                <a16:creationId xmlns:a16="http://schemas.microsoft.com/office/drawing/2014/main" id="{2F2441ED-0C73-4965-BA8C-1A5D7B8E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heck-question-1">
            <a:extLst xmlns:a="http://schemas.openxmlformats.org/drawingml/2006/main">
              <a:ext uri="{FF2B5EF4-FFF2-40B4-BE49-F238E27FC236}">
                <a16:creationId xmlns:a16="http://schemas.microsoft.com/office/drawing/2014/main" id="{BB401178-8DAA-4D3E-9776-0C5F56F3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According to the theory, what does stable support begin with?</a:t>
            </a:r>
          </a:p>
        </p:txBody>
      </p:sp>
      <p:sp>
        <p:nvSpPr>
          <p:cNvPr id="7" name="check-panel-2">
            <a:extLst xmlns:a="http://schemas.openxmlformats.org/drawingml/2006/main">
              <a:ext uri="{FF2B5EF4-FFF2-40B4-BE49-F238E27FC236}">
                <a16:creationId xmlns:a16="http://schemas.microsoft.com/office/drawing/2014/main" id="{29085A60-6C52-4A0E-9A42-AA3D0F9E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check-index-2">
            <a:extLst xmlns:a="http://schemas.openxmlformats.org/drawingml/2006/main">
              <a:ext uri="{FF2B5EF4-FFF2-40B4-BE49-F238E27FC236}">
                <a16:creationId xmlns:a16="http://schemas.microsoft.com/office/drawing/2014/main" id="{7F4B52F6-CDDB-4889-83DC-77B6A799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heck-question-2">
            <a:extLst xmlns:a="http://schemas.openxmlformats.org/drawingml/2006/main">
              <a:ext uri="{FF2B5EF4-FFF2-40B4-BE49-F238E27FC236}">
                <a16:creationId xmlns:a16="http://schemas.microsoft.com/office/drawing/2014/main" id="{0D23BFE1-C7DB-4C02-9F8D-01F3C0CD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is the approved assembly sequence treated as a production decision rather than just a task list?</a:t>
            </a:r>
          </a:p>
        </p:txBody>
      </p:sp>
      <p:sp>
        <p:nvSpPr>
          <p:cNvPr id="10" name="check-panel-3">
            <a:extLst xmlns:a="http://schemas.openxmlformats.org/drawingml/2006/main">
              <a:ext uri="{FF2B5EF4-FFF2-40B4-BE49-F238E27FC236}">
                <a16:creationId xmlns:a16="http://schemas.microsoft.com/office/drawing/2014/main" id="{C92FB7C3-E9DF-4E8D-9860-8C693619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check-index-3">
            <a:extLst xmlns:a="http://schemas.openxmlformats.org/drawingml/2006/main">
              <a:ext uri="{FF2B5EF4-FFF2-40B4-BE49-F238E27FC236}">
                <a16:creationId xmlns:a16="http://schemas.microsoft.com/office/drawing/2014/main" id="{B3E7E26B-B737-4923-8F14-E07E7037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check-question-3">
            <a:extLst xmlns:a="http://schemas.openxmlformats.org/drawingml/2006/main">
              <a:ext uri="{FF2B5EF4-FFF2-40B4-BE49-F238E27FC236}">
                <a16:creationId xmlns:a16="http://schemas.microsoft.com/office/drawing/2014/main" id="{06794594-3881-4932-90FA-1812E6EC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is the main role of quality control during structural assembly?</a:t>
            </a:r>
          </a:p>
        </p:txBody>
      </p:sp>
      <p:sp>
        <p:nvSpPr>
          <p:cNvPr id="13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0D357368-D9F5-4659-919C-8C888FE3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6</a:t>
            </a:r>
          </a:p>
        </p:txBody>
      </p:sp>
      <p:sp>
        <p:nvSpPr>
          <p:cNvPr id="14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F96CD019-2E83-4A32-89A6-4637E8D4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49378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7C7C3177-AD3E-4797-AED4-60F9D608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WRITTEN RESPONSE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7E2962-C838-4EF3-9B25-E6725C51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evidence, then explain your thinking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6BAB437-248C-4E58-B83D-AA750229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The example shows an appropriate level of detail; do not copy it as your own response.</a:t>
            </a:r>
          </a:p>
        </p:txBody>
      </p:sp>
      <p:sp>
        <p:nvSpPr>
          <p:cNvPr id="4" name="response-prompt-panel">
            <a:extLst xmlns:a="http://schemas.openxmlformats.org/drawingml/2006/main">
              <a:ext uri="{FF2B5EF4-FFF2-40B4-BE49-F238E27FC236}">
                <a16:creationId xmlns:a16="http://schemas.microsoft.com/office/drawing/2014/main" id="{0AF51E15-348B-4174-9D6D-9410B4D4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sponse-prompt-heading">
            <a:extLst xmlns:a="http://schemas.openxmlformats.org/drawingml/2006/main">
              <a:ext uri="{FF2B5EF4-FFF2-40B4-BE49-F238E27FC236}">
                <a16:creationId xmlns:a16="http://schemas.microsoft.com/office/drawing/2014/main" id="{678CD549-B8C9-4120-83CB-72ADC4C6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YOUR PROMPT</a:t>
            </a:r>
          </a:p>
        </p:txBody>
      </p:sp>
      <p:sp>
        <p:nvSpPr>
          <p:cNvPr id="6" name="response-prompt">
            <a:extLst xmlns:a="http://schemas.openxmlformats.org/drawingml/2006/main">
              <a:ext uri="{FF2B5EF4-FFF2-40B4-BE49-F238E27FC236}">
                <a16:creationId xmlns:a16="http://schemas.microsoft.com/office/drawing/2014/main" id="{B9D0B270-E513-4F6E-9FBD-5D8ED01B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667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 how matched-component checks can prevent accumulated error in the leg assembly.</a:t>
            </a:r>
          </a:p>
        </p:txBody>
      </p:sp>
      <p:sp>
        <p:nvSpPr>
          <p:cNvPr id="7" name="response-model-panel">
            <a:extLst xmlns:a="http://schemas.openxmlformats.org/drawingml/2006/main">
              <a:ext uri="{FF2B5EF4-FFF2-40B4-BE49-F238E27FC236}">
                <a16:creationId xmlns:a16="http://schemas.microsoft.com/office/drawing/2014/main" id="{1EF9A0F2-3A5E-4FAD-B072-821744CF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5600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sponse-model-heading">
            <a:extLst xmlns:a="http://schemas.openxmlformats.org/drawingml/2006/main">
              <a:ext uri="{FF2B5EF4-FFF2-40B4-BE49-F238E27FC236}">
                <a16:creationId xmlns:a16="http://schemas.microsoft.com/office/drawing/2014/main" id="{2DE22824-9E3F-4449-8E6E-D11E43BB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APPROPRIATE RESPONSE EXAMPLE</a:t>
            </a:r>
          </a:p>
        </p:txBody>
      </p:sp>
      <p:sp>
        <p:nvSpPr>
          <p:cNvPr id="9" name="response-model">
            <a:extLst xmlns:a="http://schemas.openxmlformats.org/drawingml/2006/main">
              <a:ext uri="{FF2B5EF4-FFF2-40B4-BE49-F238E27FC236}">
                <a16:creationId xmlns:a16="http://schemas.microsoft.com/office/drawing/2014/main" id="{41C7C676-A6C1-4FAD-ADFB-4BA07787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5048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0"/>
                </a:solidFill>
                <a:latin typeface="Arial"/>
                <a:ea typeface="Arial"/>
                <a:cs typeface="Arial"/>
              </a:rPr>
              <a:t>A suitable response identifies the verified requirement or observation, names the evidence source, explains why the decision follows from it, and labels unresolved details as Teacher to confirm.</a:t>
            </a:r>
          </a:p>
        </p:txBody>
      </p:sp>
      <p:sp>
        <p:nvSpPr>
          <p:cNvPr id="10" name="response-action">
            <a:extLst xmlns:a="http://schemas.openxmlformats.org/drawingml/2006/main">
              <a:ext uri="{FF2B5EF4-FFF2-40B4-BE49-F238E27FC236}">
                <a16:creationId xmlns:a16="http://schemas.microsoft.com/office/drawing/2014/main" id="{EBEEA4DF-FF1F-448B-A8A7-F1537477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Complete the response online, check your evidence, then save or print it as directed.</a:t>
            </a:r>
          </a:p>
        </p:txBody>
      </p:sp>
      <p:sp>
        <p:nvSpPr>
          <p:cNvPr id="1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FA9581A6-4D1A-4B8A-BBA2-D98916E4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6</a:t>
            </a:r>
          </a:p>
        </p:txBody>
      </p:sp>
      <p:sp>
        <p:nvSpPr>
          <p:cNvPr id="1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460B25FD-EE3A-4A26-8408-B0453EED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2084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2026-08-16T10:43:19.1010000Z</dcterms:created>
  <dcterms:modified xsi:type="dcterms:W3CDTF">2026-08-16T10:43:19.1010000Z</dcterms:modified>
</coreProperties>
</file>