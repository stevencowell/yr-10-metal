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d253809ac14084" /><Relationship Type="http://schemas.openxmlformats.org/officeDocument/2006/relationships/extended-properties" Target="/docProps/app.xml" Id="R47bffe0365ba4d3c" /><Relationship Type="http://schemas.openxmlformats.org/officeDocument/2006/relationships/officeDocument" Target="/ppt/presentation.xml" Id="R64f39aa7b161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f8841ebb814030"/>
  </p:sldMasterIdLst>
  <p:notesMasterIdLst>
    <p:notesMasterId xmlns:r="http://schemas.openxmlformats.org/officeDocument/2006/relationships" r:id="Rbfd69ef3986f485b"/>
  </p:notesMasterIdLst>
  <p:sldIdLst>
    <p:sldId xmlns:r="http://schemas.openxmlformats.org/officeDocument/2006/relationships" id="256" r:id="R125ec43b7a51486f"/>
    <p:sldId xmlns:r="http://schemas.openxmlformats.org/officeDocument/2006/relationships" id="257" r:id="Re62e586356234b82"/>
    <p:sldId xmlns:r="http://schemas.openxmlformats.org/officeDocument/2006/relationships" id="258" r:id="R5fd030faad284c1b"/>
    <p:sldId xmlns:r="http://schemas.openxmlformats.org/officeDocument/2006/relationships" id="259" r:id="R9b31570482bd4f1a"/>
    <p:sldId xmlns:r="http://schemas.openxmlformats.org/officeDocument/2006/relationships" id="260" r:id="Ree9d6c7a1af64fd1"/>
    <p:sldId xmlns:r="http://schemas.openxmlformats.org/officeDocument/2006/relationships" id="261" r:id="Ref6e064a855d4b28"/>
    <p:sldId xmlns:r="http://schemas.openxmlformats.org/officeDocument/2006/relationships" id="262" r:id="R05f6f88bed11479a"/>
    <p:sldId xmlns:r="http://schemas.openxmlformats.org/officeDocument/2006/relationships" id="263" r:id="R761951ba57164e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64cf9bd7b14352" /><Relationship Type="http://schemas.openxmlformats.org/officeDocument/2006/relationships/slideMaster" Target="/ppt/slideMasters/slideMaster1.xml" Id="R54f8841ebb814030" /><Relationship Type="http://schemas.openxmlformats.org/officeDocument/2006/relationships/notesMaster" Target="/ppt/notesMasters/notesMaster1.xml" Id="Rbfd69ef3986f485b" /><Relationship Type="http://schemas.openxmlformats.org/officeDocument/2006/relationships/presProps" Target="/ppt/presProps.xml" Id="Reed4e74a637d4837" /><Relationship Type="http://schemas.openxmlformats.org/officeDocument/2006/relationships/tableStyles" Target="/ppt/tableStyles.xml" Id="R3cf99446f2804d41" /><Relationship Type="http://schemas.openxmlformats.org/officeDocument/2006/relationships/slide" Target="/ppt/slides/slide1.xml" Id="R125ec43b7a51486f" /><Relationship Type="http://schemas.openxmlformats.org/officeDocument/2006/relationships/slide" Target="/ppt/slides/slide2.xml" Id="Re62e586356234b82" /><Relationship Type="http://schemas.openxmlformats.org/officeDocument/2006/relationships/slide" Target="/ppt/slides/slide3.xml" Id="R5fd030faad284c1b" /><Relationship Type="http://schemas.openxmlformats.org/officeDocument/2006/relationships/slide" Target="/ppt/slides/slide4.xml" Id="R9b31570482bd4f1a" /><Relationship Type="http://schemas.openxmlformats.org/officeDocument/2006/relationships/slide" Target="/ppt/slides/slide5.xml" Id="Ree9d6c7a1af64fd1" /><Relationship Type="http://schemas.openxmlformats.org/officeDocument/2006/relationships/slide" Target="/ppt/slides/slide6.xml" Id="Ref6e064a855d4b28" /><Relationship Type="http://schemas.openxmlformats.org/officeDocument/2006/relationships/slide" Target="/ppt/slides/slide7.xml" Id="R05f6f88bed11479a" /><Relationship Type="http://schemas.openxmlformats.org/officeDocument/2006/relationships/slide" Target="/ppt/slides/slide8.xml" Id="R761951ba57164e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5e1e63fa3f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374a5f0fb948d6" /><Relationship Type="http://schemas.openxmlformats.org/officeDocument/2006/relationships/notesMaster" Target="/ppt/notesMasters/notesMaster1.xml" Id="Rd9c83ba5613c4c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227f7542bb4cea" /><Relationship Type="http://schemas.openxmlformats.org/officeDocument/2006/relationships/notesMaster" Target="/ppt/notesMasters/notesMaster1.xml" Id="R37075d96ae4844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fb8fcfd9243f1" /><Relationship Type="http://schemas.openxmlformats.org/officeDocument/2006/relationships/notesMaster" Target="/ppt/notesMasters/notesMaster1.xml" Id="Rda50c1c204804d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fb609d0a1742ac" /><Relationship Type="http://schemas.openxmlformats.org/officeDocument/2006/relationships/notesMaster" Target="/ppt/notesMasters/notesMaster1.xml" Id="R746185da9c894c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6d81b9bde9430d" /><Relationship Type="http://schemas.openxmlformats.org/officeDocument/2006/relationships/notesMaster" Target="/ppt/notesMasters/notesMaster1.xml" Id="Rca6186481c8d41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7fc1d2f11d454b" /><Relationship Type="http://schemas.openxmlformats.org/officeDocument/2006/relationships/notesMaster" Target="/ppt/notesMasters/notesMaster1.xml" Id="R6da5ba2d8c9b46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1799e2d74f4e69" /><Relationship Type="http://schemas.openxmlformats.org/officeDocument/2006/relationships/notesMaster" Target="/ppt/notesMasters/notesMaster1.xml" Id="R58c58466b41e4a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2a5cee33564460" /><Relationship Type="http://schemas.openxmlformats.org/officeDocument/2006/relationships/notesMaster" Target="/ppt/notesMasters/notesMaster1.xml" Id="Rabeb569ffed7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0cba5fecc42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8f7bef65da4c4c" /><Relationship Type="http://schemas.openxmlformats.org/officeDocument/2006/relationships/slideLayout" Target="/ppt/slideLayouts/slideLayout1.xml" Id="R3b8946db7f1749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946db7f1749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639caba7148eb" /><Relationship Type="http://schemas.openxmlformats.org/officeDocument/2006/relationships/notesSlide" Target="/ppt/notesSlides/notesSlide1.xml" Id="R5195520eb94d49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633eb1ece4653" /><Relationship Type="http://schemas.openxmlformats.org/officeDocument/2006/relationships/notesSlide" Target="/ppt/notesSlides/notesSlide2.xml" Id="R9d261f95a0794c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9e377b97f452a" /><Relationship Type="http://schemas.openxmlformats.org/officeDocument/2006/relationships/notesSlide" Target="/ppt/notesSlides/notesSlide3.xml" Id="Re525f96288f6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fcb89a85d4b9b" /><Relationship Type="http://schemas.openxmlformats.org/officeDocument/2006/relationships/image" Target="/ppt/media/image.png" Id="R1b0f434d3fcb490e" /><Relationship Type="http://schemas.openxmlformats.org/officeDocument/2006/relationships/notesSlide" Target="/ppt/notesSlides/notesSlide4.xml" Id="Re9a984a1e0e54e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a5bc1bf9c43eb" /><Relationship Type="http://schemas.openxmlformats.org/officeDocument/2006/relationships/image" Target="/ppt/media/image2.png" Id="R9e9bb859b5b44250" /><Relationship Type="http://schemas.openxmlformats.org/officeDocument/2006/relationships/notesSlide" Target="/ppt/notesSlides/notesSlide5.xml" Id="R4aec8459af1640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403d48f064803" /><Relationship Type="http://schemas.openxmlformats.org/officeDocument/2006/relationships/image" Target="/ppt/media/image3.png" Id="R51822c0c91dd403d" /><Relationship Type="http://schemas.openxmlformats.org/officeDocument/2006/relationships/notesSlide" Target="/ppt/notesSlides/notesSlide6.xml" Id="R910054f593ef41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22a9a773242aa" /><Relationship Type="http://schemas.openxmlformats.org/officeDocument/2006/relationships/notesSlide" Target="/ppt/notesSlides/notesSlide7.xml" Id="R42f3d20f832c45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c1ff3d6234417" /><Relationship Type="http://schemas.openxmlformats.org/officeDocument/2006/relationships/notesSlide" Target="/ppt/notesSlides/notesSlide8.xml" Id="R4e55e498785d45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EAA1ADF9-0DCD-4B42-BA9D-7405D98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BBQ AND CASE · MODULE 3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3DC1802-A298-4911-9E64-7ACA0213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Joining and controlled assembly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5EE58F9A-10B5-453C-9900-B0D526D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Connect drilled features, teacher-approved processes and inspection evidence.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E1E2D953-B53E-4951-A21D-CAA1EE4D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5–6</a:t>
            </a:r>
          </a:p>
        </p:txBody>
      </p:sp>
    </p:spTree>
    <p:extLst>
      <p:ext uri="{BB962C8B-B14F-4D97-AF65-F5344CB8AC3E}">
        <p14:creationId xmlns:p14="http://schemas.microsoft.com/office/powerpoint/2010/main" val="1875401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5BEA95F-1CA2-46AC-BA83-9390E481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967136-55FF-4231-96AF-63247C69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6D8069F-B32E-43E4-A951-69736F5C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65977444-F584-4549-8223-B43B144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5B861BF9-6830-4589-9EC8-AD2EC041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98FC32CD-52C9-46EF-AC92-E2CA7849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a drilled hole treated as a designed feature?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977A7EDE-270F-49A7-9FA8-647F8799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8671AA10-1433-4300-8905-CCD13C7B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31AF581C-32AC-460E-929E-FAA51EF4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Where should the centre position for a hole be traced from?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7D6CED60-5A6D-4139-8133-E0251E1C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D8BA4690-5ADF-47CF-BF11-8A22EF24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BCDFDBA9-BEBA-495D-8DC0-E518E1B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students confirm before drilling begins?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653487A1-EB4E-4206-8EA8-BCE3697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3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B4DE7135-E668-499C-A936-029FB0C7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33509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7A896DD4-D9DC-4A3F-8763-B220899D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37C40A-9D2D-46EA-B1BB-A40A685E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EDAEB3-190E-4659-912E-962AB761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A9CA4BB7-69B9-4BDC-AC6E-8DA26EB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866F3A94-BA2E-4E13-81AA-B61B62C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1926B891-4D58-497C-8A48-6A2B870F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Hole location is a design feature, not just a mark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7E666BF3-564D-41E6-87C5-75E5273C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CA505EFE-71F0-450B-89C9-B68A1C8A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B0E88061-E77F-4FDE-A402-5F805568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Drill-press principles behind the teacher-issued SOP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73A079E2-515D-421E-B98E-71DEB4FC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934118CC-C9CA-48F1-9180-6A43FDD4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0F7E555E-1D16-4E7B-BDF3-1B4A8527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Inspecting drilled features and responding to faults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265D470D-5B64-4097-87D8-6B10F198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3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6DB689F4-6259-456C-8D2A-A92E00C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5800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5DA12EE-DB3D-4698-98C2-C5B7D43F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8FBE0B-E8A9-40F2-975F-E5EE6C60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Hole location is a design feature, not just a mark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A56529-EFDA-4C54-98CE-10007A88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f434d3fcb490e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2DC5ECCF-1A2A-4533-B748-60A9D04F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Trace every hole location back to verified drawing information.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001FBF48-2C2D-4AB4-99CC-69A79AED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Confirm datums, orientation and component identity before drilling.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472158AA-C665-4D67-A1C1-CF68997A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Check marked centres before the process becomes irreversible.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C220B4BF-D0F8-4784-AC5D-FAA8FCFC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3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6450C1CC-BF96-4515-9528-817092AC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8677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F247B9C-139A-4B30-9C59-935721C9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3D9E3F-DF4D-40ED-8EA0-B71A9B6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Drill-press principles behind the teacher-issued SOP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7146F9-660D-44BF-AE06-1C3199A7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bb859b5b44250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0F28AF4B-154F-4A00-BA1E-3FEE7254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Understand the purpose behind each authorised drill-press requirement.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780A61C3-B783-434D-AF92-BE6300A9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Control movement, clearance, feed and inspection throughout the task.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189E29AE-DCC1-404D-887F-35A783E3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Follow the current SOP rather than relying on memory or general knowledge.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FBF1FE6-224A-43D5-8544-9518BF23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3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DD5AFF50-9AC1-418B-9224-2F3F4A9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4810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87563FD8-8E96-41B7-BD51-5F5A41F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AFB960-D795-4AAA-846C-9EB2BC92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Inspecting drilled features and responding to faults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D4AC9C-3898-4903-9C8D-2DED7EB5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22c0c91dd403d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4DD0BCD4-81DA-4D72-B33A-41DFE65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Compare drilled features with approved drawings and criteria.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A442D437-3D00-42AB-8A7F-3B673EC4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Record the fault before deciding what may have caused it.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AEF6355F-AE40-4F49-AE8F-F23B2BD2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Obtain teacher review before attempting any rework.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1306B04E-FA10-4C0C-AF0C-A0D4B098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3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AB1858B6-2B10-483D-A11C-37135C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2669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2E108AC-A943-4CC6-A6A3-7AD14EDD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33C38A-CF78-49BE-B29D-0B17577E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898B01-967F-4C87-AA4A-98FC488F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A133EE0E-3BB0-4217-9758-27A9B16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5BA85D6F-6465-4105-BCF6-2FE6943C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0673484C-B38C-41A8-819B-C5C1ECF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a drilled hole treated as a designed feature?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30F0C2C8-A4D6-472A-BBB7-83B9245B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981E5FE2-E3C3-4152-8723-9F98BE4B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3733DF06-7CA3-45A5-85D8-DA9D9E20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does authorisation confirm before drill-press work begins?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FDDAD580-F29E-4A21-88E6-6DEE63C1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8AEFFFD0-280D-41A4-ABF0-1ACBF9AE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7E6D13EF-1F80-4810-8DF1-561CB35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inspection mainly comparing after drilling?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0FFDD2E4-905A-4D84-BC31-FF430C12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3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56D02C41-DB36-4ED2-B099-94CEFC47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8129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9CB4360F-0A98-4D7F-9E98-8C4236FB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04601F-F8E6-4EF9-93BD-B52A6612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C36475-7294-4154-84BF-45192082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08AA940A-A975-49F6-8FC3-8CD52711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E8B9F57A-3B0B-412E-96CD-F82BB7D8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B577695C-142F-4B28-9ECA-BA452590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how one confirmed hole feature will be transferred, checked and recorded before drilling.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8EA6C622-4557-43D0-9134-0381ADC2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2ED25E02-6794-440F-A815-EAA5EC5A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508CF724-1D1D-45BF-8BB4-BCC5C7BF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5BCD16C0-2BB5-400A-BA6E-A321F48D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5C431CA1-2CAC-424D-9E53-D1A61EEE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3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410B35C0-D009-4296-BBF1-A28D23E7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626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2026-08-16T10:43:15.2550000Z</dcterms:created>
  <dcterms:modified xsi:type="dcterms:W3CDTF">2026-08-16T10:43:15.2550000Z</dcterms:modified>
</coreProperties>
</file>