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54f910447431c" /><Relationship Type="http://schemas.openxmlformats.org/officeDocument/2006/relationships/extended-properties" Target="/docProps/app.xml" Id="R06fdb188daea4022" /><Relationship Type="http://schemas.openxmlformats.org/officeDocument/2006/relationships/officeDocument" Target="/ppt/presentation.xml" Id="Ra61affe20bb54c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ec67325e814ea3"/>
  </p:sldMasterIdLst>
  <p:notesMasterIdLst>
    <p:notesMasterId xmlns:r="http://schemas.openxmlformats.org/officeDocument/2006/relationships" r:id="Rf2b6f14630af4851"/>
  </p:notesMasterIdLst>
  <p:sldIdLst>
    <p:sldId xmlns:r="http://schemas.openxmlformats.org/officeDocument/2006/relationships" id="256" r:id="R7b87e3b2a32543f9"/>
    <p:sldId xmlns:r="http://schemas.openxmlformats.org/officeDocument/2006/relationships" id="257" r:id="R03e28ec52a4e43d5"/>
    <p:sldId xmlns:r="http://schemas.openxmlformats.org/officeDocument/2006/relationships" id="258" r:id="Rb5dbda04769b4800"/>
    <p:sldId xmlns:r="http://schemas.openxmlformats.org/officeDocument/2006/relationships" id="259" r:id="R5da63284995a4be0"/>
    <p:sldId xmlns:r="http://schemas.openxmlformats.org/officeDocument/2006/relationships" id="260" r:id="R6e928f5c6dc84cdc"/>
    <p:sldId xmlns:r="http://schemas.openxmlformats.org/officeDocument/2006/relationships" id="261" r:id="Rc38c53030cf84245"/>
    <p:sldId xmlns:r="http://schemas.openxmlformats.org/officeDocument/2006/relationships" id="262" r:id="R97adcd720b7145fa"/>
    <p:sldId xmlns:r="http://schemas.openxmlformats.org/officeDocument/2006/relationships" id="263" r:id="Rcbe30d77794a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82cd107583433b" /><Relationship Type="http://schemas.openxmlformats.org/officeDocument/2006/relationships/slideMaster" Target="/ppt/slideMasters/slideMaster1.xml" Id="R0dec67325e814ea3" /><Relationship Type="http://schemas.openxmlformats.org/officeDocument/2006/relationships/notesMaster" Target="/ppt/notesMasters/notesMaster1.xml" Id="Rf2b6f14630af4851" /><Relationship Type="http://schemas.openxmlformats.org/officeDocument/2006/relationships/presProps" Target="/ppt/presProps.xml" Id="R9d850cacf9d94b7b" /><Relationship Type="http://schemas.openxmlformats.org/officeDocument/2006/relationships/tableStyles" Target="/ppt/tableStyles.xml" Id="R713db58a1140443c" /><Relationship Type="http://schemas.openxmlformats.org/officeDocument/2006/relationships/slide" Target="/ppt/slides/slide1.xml" Id="R7b87e3b2a32543f9" /><Relationship Type="http://schemas.openxmlformats.org/officeDocument/2006/relationships/slide" Target="/ppt/slides/slide2.xml" Id="R03e28ec52a4e43d5" /><Relationship Type="http://schemas.openxmlformats.org/officeDocument/2006/relationships/slide" Target="/ppt/slides/slide3.xml" Id="Rb5dbda04769b4800" /><Relationship Type="http://schemas.openxmlformats.org/officeDocument/2006/relationships/slide" Target="/ppt/slides/slide4.xml" Id="R5da63284995a4be0" /><Relationship Type="http://schemas.openxmlformats.org/officeDocument/2006/relationships/slide" Target="/ppt/slides/slide5.xml" Id="R6e928f5c6dc84cdc" /><Relationship Type="http://schemas.openxmlformats.org/officeDocument/2006/relationships/slide" Target="/ppt/slides/slide6.xml" Id="Rc38c53030cf84245" /><Relationship Type="http://schemas.openxmlformats.org/officeDocument/2006/relationships/slide" Target="/ppt/slides/slide7.xml" Id="R97adcd720b7145fa" /><Relationship Type="http://schemas.openxmlformats.org/officeDocument/2006/relationships/slide" Target="/ppt/slides/slide8.xml" Id="Rcbe30d77794a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f7ceb5c3d046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47fe0287847ce" /><Relationship Type="http://schemas.openxmlformats.org/officeDocument/2006/relationships/notesMaster" Target="/ppt/notesMasters/notesMaster1.xml" Id="R6af20fa329da40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89480e43b477f" /><Relationship Type="http://schemas.openxmlformats.org/officeDocument/2006/relationships/notesMaster" Target="/ppt/notesMasters/notesMaster1.xml" Id="R2eafd040e82a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cd7ed622d4360" /><Relationship Type="http://schemas.openxmlformats.org/officeDocument/2006/relationships/notesMaster" Target="/ppt/notesMasters/notesMaster1.xml" Id="R39e4f1900f55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52c7be33894152" /><Relationship Type="http://schemas.openxmlformats.org/officeDocument/2006/relationships/notesMaster" Target="/ppt/notesMasters/notesMaster1.xml" Id="R4bc7d2161bbe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e9aa0a1a14cba" /><Relationship Type="http://schemas.openxmlformats.org/officeDocument/2006/relationships/notesMaster" Target="/ppt/notesMasters/notesMaster1.xml" Id="R4630eaf4a4be41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499331fc4b455e" /><Relationship Type="http://schemas.openxmlformats.org/officeDocument/2006/relationships/notesMaster" Target="/ppt/notesMasters/notesMaster1.xml" Id="Rd5efde77174b4d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7b4fc636f944c7" /><Relationship Type="http://schemas.openxmlformats.org/officeDocument/2006/relationships/notesMaster" Target="/ppt/notesMasters/notesMaster1.xml" Id="R33b385b5034940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e32e53f29c47d7" /><Relationship Type="http://schemas.openxmlformats.org/officeDocument/2006/relationships/notesMaster" Target="/ppt/notesMasters/notesMaster1.xml" Id="Rf557adcc92df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bbq-case/data.js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a586fb9af4a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9eef087e04748" /><Relationship Type="http://schemas.openxmlformats.org/officeDocument/2006/relationships/slideLayout" Target="/ppt/slideLayouts/slideLayout1.xml" Id="R21f7731249de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7731249de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ae1a708484068" /><Relationship Type="http://schemas.openxmlformats.org/officeDocument/2006/relationships/notesSlide" Target="/ppt/notesSlides/notesSlide1.xml" Id="R9e72ebd10f414c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07bd72fe8499d" /><Relationship Type="http://schemas.openxmlformats.org/officeDocument/2006/relationships/notesSlide" Target="/ppt/notesSlides/notesSlide2.xml" Id="R25fe4dafd77e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ea1080a534ab0" /><Relationship Type="http://schemas.openxmlformats.org/officeDocument/2006/relationships/notesSlide" Target="/ppt/notesSlides/notesSlide3.xml" Id="R20b83f1aafbb4a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729ecbf054f52" /><Relationship Type="http://schemas.openxmlformats.org/officeDocument/2006/relationships/image" Target="/ppt/media/image.png" Id="R9608030d3e2740a7" /><Relationship Type="http://schemas.openxmlformats.org/officeDocument/2006/relationships/notesSlide" Target="/ppt/notesSlides/notesSlide4.xml" Id="R031bd4e96a16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4e69ef6654ef0" /><Relationship Type="http://schemas.openxmlformats.org/officeDocument/2006/relationships/image" Target="/ppt/media/image2.png" Id="R78ed5c54801e4b42" /><Relationship Type="http://schemas.openxmlformats.org/officeDocument/2006/relationships/notesSlide" Target="/ppt/notesSlides/notesSlide5.xml" Id="R5b9173b6ef15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8efa3b1164fee" /><Relationship Type="http://schemas.openxmlformats.org/officeDocument/2006/relationships/image" Target="/ppt/media/image3.png" Id="Re7115ae13f6f4592" /><Relationship Type="http://schemas.openxmlformats.org/officeDocument/2006/relationships/notesSlide" Target="/ppt/notesSlides/notesSlide6.xml" Id="Ra0db96a37c78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002ef9eaf47c2" /><Relationship Type="http://schemas.openxmlformats.org/officeDocument/2006/relationships/notesSlide" Target="/ppt/notesSlides/notesSlide7.xml" Id="R7d2bd53c4da74a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e7afef9544ce0" /><Relationship Type="http://schemas.openxmlformats.org/officeDocument/2006/relationships/notesSlide" Target="/ppt/notesSlides/notesSlide8.xml" Id="Ra760baa26ddf48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C8EB5825-1CBF-449A-BFE3-30E1BA1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748C847-C466-4B41-9262-BAAC9B0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Preparation and finishes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2C1654C4-0CDE-44F7-B75C-5A3B14DA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Prepare surfaces and apply the teacher-specified finish system through controlled stages.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E04AE869-0457-461F-8D19-1FF19EEF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13–14</a:t>
            </a:r>
          </a:p>
        </p:txBody>
      </p:sp>
    </p:spTree>
    <p:extLst>
      <p:ext uri="{BB962C8B-B14F-4D97-AF65-F5344CB8AC3E}">
        <p14:creationId xmlns:p14="http://schemas.microsoft.com/office/powerpoint/2010/main" val="464076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71EDF7EE-DAB2-4AE9-9A20-B24E8011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BA7C25-E940-4F2F-84DA-202447C8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DAE319-E953-4DFA-AA2D-87D6CA66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44C6B2A5-6C0F-4F0C-B039-A21D366B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5E50D207-FDBD-424C-B63A-9C14C081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A5787E73-B6F3-43E0-AAFA-D8570BC2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does finish performance begin with surface condition?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CCC2DCE3-3309-4BAD-BF2F-DC32110E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CD278271-526B-4ADF-B8CD-1E7608D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F59A633B-378F-42B9-B34E-BC85E08A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According to the theory, applying more finish cannot correct:</a:t>
            </a:r>
          </a:p>
        </p:txBody>
      </p:sp>
      <p:sp>
        <p:nvSpPr>
          <p:cNvPr id="10" name="retrieval-panel-3">
            <a:extLst xmlns:a="http://schemas.openxmlformats.org/drawingml/2006/main">
              <a:ext uri="{FF2B5EF4-FFF2-40B4-BE49-F238E27FC236}">
                <a16:creationId xmlns:a16="http://schemas.microsoft.com/office/drawing/2014/main" id="{1EA56612-6C24-4514-9C41-61DA225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5722EF0A-B422-42C8-8D94-757FBC01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B8B06937-ECD3-4334-8E80-FB7F3302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672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Which stage produces the required surface condition before any finish is applied?</a:t>
            </a:r>
          </a:p>
        </p:txBody>
      </p:sp>
      <p:sp>
        <p:nvSpPr>
          <p:cNvPr id="13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0E7DD3EB-2EF7-4DD8-A407-0A65056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14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E17497D8-72C7-48DF-A80A-B138DC1D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9666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7FAAA6F2-E9A6-4057-84DC-D0203269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F73F31-B284-4365-A438-57D018C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11644B-BBC3-419D-BB40-4F3C2C2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B12B9FFC-3D69-43B7-9575-561FEF8E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F6823888-1EC7-4CB3-B039-0DCCEA75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F56CE990-4EC1-4CAA-8AA3-7B959A93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Surface condition controls finish performance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DE862767-A086-431F-8325-12F4141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EA0DBAD9-B697-4879-A696-D241498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8F5D65BE-B4CA-4D74-91FA-BF20EB0A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Selecting and applying a finish from authoritative information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AF943A55-A0EF-4CF6-8A49-C1F419B7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48567D57-801C-4B3E-9ED4-869EA41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0141075E-1F32-4C06-A1C1-AB793715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Finish inspection, maintenance and environmental responsibility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924849A1-BDAC-4B37-BB44-0ED9C43C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ADF742D7-A717-430B-8AFC-DDB9137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2608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D6C49F0-F569-4835-92D8-B3D92D74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972C48-49FF-495B-9376-8C2D14D1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Surface condition controls finish performance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F70C98-F50B-454A-8187-89B7C729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8030d3e2740a7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05B6A998-C9E0-4DC3-953A-2A25563B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Finish quality depends on consistent, clean surface preparation.</a:t>
            </a:r>
          </a:p>
        </p:txBody>
      </p:sp>
      <p:sp>
        <p:nvSpPr>
          <p:cNvPr id="6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4AA67E4C-5DE5-4485-A6CD-312B43F0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Preparation, application, drying and curing are different stages.</a:t>
            </a:r>
          </a:p>
        </p:txBody>
      </p:sp>
      <p:sp>
        <p:nvSpPr>
          <p:cNvPr id="7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5D3E640E-6B74-49A2-B3AF-986E069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Record surface checks before applying the specified finish.</a:t>
            </a:r>
          </a:p>
        </p:txBody>
      </p:sp>
      <p:sp>
        <p:nvSpPr>
          <p:cNvPr id="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E9A44BBD-6FBE-47D9-A21F-572AF689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9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90E70FE0-0DCA-4879-BA0A-2594E5BE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0677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794CBB5-85D4-48D1-A69C-2A7DB4A4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498D7D-B5D5-4499-A11C-D92C737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Selecting and applying a finish from authoritative information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439C23-0143-420E-AD8C-F7CD03C0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d5c54801e4b42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469DBD94-1001-4D0D-8F51-049A070B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Justify finishes using confirmed performance and maintenance criteria.</a:t>
            </a:r>
          </a:p>
        </p:txBody>
      </p:sp>
      <p:sp>
        <p:nvSpPr>
          <p:cNvPr id="6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4F9FC7C8-C31E-4E78-9ACD-6537574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current labels, SDS and technical information as evidence.</a:t>
            </a:r>
          </a:p>
        </p:txBody>
      </p:sp>
      <p:sp>
        <p:nvSpPr>
          <p:cNvPr id="7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2E517C3C-CA92-48C4-9A81-DC816347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Follow teacher authorisation and the demonstrated school process.</a:t>
            </a:r>
          </a:p>
        </p:txBody>
      </p:sp>
      <p:sp>
        <p:nvSpPr>
          <p:cNvPr id="8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26C91BA0-C213-43F2-A0F5-4CA7B704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9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1A86A4B1-4E7D-4F58-B5BD-3714E2C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1480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6882E5D-BE64-4D22-BAE4-1C6E020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1D7AD1-B43A-425F-87DE-00597530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Finish inspection, maintenance and environmental responsibility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C6A172-1FAB-43F0-92F5-BD1F46B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15ae13f6f4592"/>
          <a:srcRect xmlns:a="http://schemas.openxmlformats.org/drawingml/2006/main" l="6682" t="0" r="6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495550"/>
            <a:ext cx="48387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00199138-851A-4CB3-9460-8A0D4CBF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Compare finish quality with approved criteria and record clear evidence.</a:t>
            </a:r>
          </a:p>
        </p:txBody>
      </p:sp>
      <p:sp>
        <p:nvSpPr>
          <p:cNvPr id="6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4F3E05EA-2260-4863-875D-5175E4CC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Protect the surface throughout the specified drying and curing stages.</a:t>
            </a:r>
          </a:p>
        </p:txBody>
      </p:sp>
      <p:sp>
        <p:nvSpPr>
          <p:cNvPr id="7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7822AD8B-B049-49D3-BBB9-964BFE10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Evaluate maintenance, repairability, waste and expected service life.</a:t>
            </a:r>
          </a:p>
        </p:txBody>
      </p:sp>
      <p:sp>
        <p:nvSpPr>
          <p:cNvPr id="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734AF9AF-C77F-4B02-AC54-B0F595D5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CAF0CE0-EC2C-4620-9EDD-0AE2A2D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5133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B5224A0-0FA7-4448-91D6-200F9C59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96E246-0375-4970-8FCE-B2D4FFA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873B30-9063-4070-AE21-F722CB3D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ABB5A4FB-904E-4127-BFBD-68F291A1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B00CBDC9-74F8-4736-873A-7933123D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1FE741BD-8345-4898-81DE-14CADD6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does finish performance begin with surface condition?</a:t>
            </a:r>
          </a:p>
        </p:txBody>
      </p:sp>
      <p:sp>
        <p:nvSpPr>
          <p:cNvPr id="7" name="check-panel-2">
            <a:extLst xmlns:a="http://schemas.openxmlformats.org/drawingml/2006/main">
              <a:ext uri="{FF2B5EF4-FFF2-40B4-BE49-F238E27FC236}">
                <a16:creationId xmlns:a16="http://schemas.microsoft.com/office/drawing/2014/main" id="{1E5DEE07-C8F6-4D8D-9F00-87CF44C5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5BDB0A36-E48D-4C86-A9AF-83BDC79D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eck-question-2">
            <a:extLst xmlns:a="http://schemas.openxmlformats.org/drawingml/2006/main">
              <a:ext uri="{FF2B5EF4-FFF2-40B4-BE49-F238E27FC236}">
                <a16:creationId xmlns:a16="http://schemas.microsoft.com/office/drawing/2014/main" id="{BF5DB8FE-7386-47EA-8884-7B99F908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primarily justify the selection of a finish?</a:t>
            </a:r>
          </a:p>
        </p:txBody>
      </p:sp>
      <p:sp>
        <p:nvSpPr>
          <p:cNvPr id="10" name="check-panel-3">
            <a:extLst xmlns:a="http://schemas.openxmlformats.org/drawingml/2006/main">
              <a:ext uri="{FF2B5EF4-FFF2-40B4-BE49-F238E27FC236}">
                <a16:creationId xmlns:a16="http://schemas.microsoft.com/office/drawing/2014/main" id="{B3319A0A-48FE-4887-9A25-48E2FB4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5832AA08-744C-44FF-AE9E-15C5CBAA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heck-question-3">
            <a:extLst xmlns:a="http://schemas.openxmlformats.org/drawingml/2006/main">
              <a:ext uri="{FF2B5EF4-FFF2-40B4-BE49-F238E27FC236}">
                <a16:creationId xmlns:a16="http://schemas.microsoft.com/office/drawing/2014/main" id="{3A5A494F-A60B-4CB0-A6AF-79F2E65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finish inspection primarily compare the completed surface against?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EDBD4C5E-0703-4687-A58B-13C94A3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E3E877B7-0099-478F-AC25-5D2D231A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664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EF846F1-41FA-4244-86E0-668B4E0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A4784B-9658-4217-9E08-301E99F8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2DB4A4-C81E-4706-BBAF-8DBA464E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D1580FA5-FA78-447B-81FC-4E7B9295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0BE91097-B126-421F-B83C-BD29E234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17CB881A-2BAC-4741-AB5D-7C835A9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Document the before-condition, confirmed preparation process and inspection evidence for one surface.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FCEB4729-EE64-47A9-A6D7-F456A34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16D3A66D-4DF9-4449-B48A-ED6734B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D0E15543-1D8B-4730-948D-0598AD7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suitable response identifies the verified requirement or observation, names the evidence source, explains why the decision follows from it, and labels unresolved details as Teacher to confirm.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8EC7172E-4449-47EE-9CEF-8E4A1FC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B76EA59A-96FC-49B3-8705-2CA34DD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BBQ and Case · Module 7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7F8030E9-D5E7-4BF2-A43E-0521ACFF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8331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2026-08-16T10:43:20.3720000Z</dcterms:created>
  <dcterms:modified xsi:type="dcterms:W3CDTF">2026-08-16T10:43:20.3720000Z</dcterms:modified>
</coreProperties>
</file>