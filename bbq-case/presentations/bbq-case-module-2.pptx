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be802261e4fbb" /><Relationship Type="http://schemas.openxmlformats.org/officeDocument/2006/relationships/extended-properties" Target="/docProps/app.xml" Id="R8693e06a545e46db" /><Relationship Type="http://schemas.openxmlformats.org/officeDocument/2006/relationships/officeDocument" Target="/ppt/presentation.xml" Id="R69e1d6875d234c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43ae98c55648c9"/>
  </p:sldMasterIdLst>
  <p:notesMasterIdLst>
    <p:notesMasterId xmlns:r="http://schemas.openxmlformats.org/officeDocument/2006/relationships" r:id="R026acab219314280"/>
  </p:notesMasterIdLst>
  <p:sldIdLst>
    <p:sldId xmlns:r="http://schemas.openxmlformats.org/officeDocument/2006/relationships" id="256" r:id="Re9d5e6ab2433433d"/>
    <p:sldId xmlns:r="http://schemas.openxmlformats.org/officeDocument/2006/relationships" id="257" r:id="Rf57b65751dee4d65"/>
    <p:sldId xmlns:r="http://schemas.openxmlformats.org/officeDocument/2006/relationships" id="258" r:id="Rbb02d65fd0834597"/>
    <p:sldId xmlns:r="http://schemas.openxmlformats.org/officeDocument/2006/relationships" id="259" r:id="R70a7c20c2cc94475"/>
    <p:sldId xmlns:r="http://schemas.openxmlformats.org/officeDocument/2006/relationships" id="260" r:id="Ra76346b0509d44b9"/>
    <p:sldId xmlns:r="http://schemas.openxmlformats.org/officeDocument/2006/relationships" id="261" r:id="R92fb952f064d4943"/>
    <p:sldId xmlns:r="http://schemas.openxmlformats.org/officeDocument/2006/relationships" id="262" r:id="R16828b55aed8460b"/>
    <p:sldId xmlns:r="http://schemas.openxmlformats.org/officeDocument/2006/relationships" id="263" r:id="R6622bdfe107246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131f53af0b403a" /><Relationship Type="http://schemas.openxmlformats.org/officeDocument/2006/relationships/slideMaster" Target="/ppt/slideMasters/slideMaster1.xml" Id="R5943ae98c55648c9" /><Relationship Type="http://schemas.openxmlformats.org/officeDocument/2006/relationships/notesMaster" Target="/ppt/notesMasters/notesMaster1.xml" Id="R026acab219314280" /><Relationship Type="http://schemas.openxmlformats.org/officeDocument/2006/relationships/presProps" Target="/ppt/presProps.xml" Id="R7877b013a6bd4cca" /><Relationship Type="http://schemas.openxmlformats.org/officeDocument/2006/relationships/tableStyles" Target="/ppt/tableStyles.xml" Id="Rf92b3f2ed62144f6" /><Relationship Type="http://schemas.openxmlformats.org/officeDocument/2006/relationships/slide" Target="/ppt/slides/slide1.xml" Id="Re9d5e6ab2433433d" /><Relationship Type="http://schemas.openxmlformats.org/officeDocument/2006/relationships/slide" Target="/ppt/slides/slide2.xml" Id="Rf57b65751dee4d65" /><Relationship Type="http://schemas.openxmlformats.org/officeDocument/2006/relationships/slide" Target="/ppt/slides/slide3.xml" Id="Rbb02d65fd0834597" /><Relationship Type="http://schemas.openxmlformats.org/officeDocument/2006/relationships/slide" Target="/ppt/slides/slide4.xml" Id="R70a7c20c2cc94475" /><Relationship Type="http://schemas.openxmlformats.org/officeDocument/2006/relationships/slide" Target="/ppt/slides/slide5.xml" Id="Ra76346b0509d44b9" /><Relationship Type="http://schemas.openxmlformats.org/officeDocument/2006/relationships/slide" Target="/ppt/slides/slide6.xml" Id="R92fb952f064d4943" /><Relationship Type="http://schemas.openxmlformats.org/officeDocument/2006/relationships/slide" Target="/ppt/slides/slide7.xml" Id="R16828b55aed8460b" /><Relationship Type="http://schemas.openxmlformats.org/officeDocument/2006/relationships/slide" Target="/ppt/slides/slide8.xml" Id="R6622bdfe107246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97114c2b574d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33c2473d5c45b6" /><Relationship Type="http://schemas.openxmlformats.org/officeDocument/2006/relationships/notesMaster" Target="/ppt/notesMasters/notesMaster1.xml" Id="R7b99998b24ae4e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8fd43bfc1b4c1d" /><Relationship Type="http://schemas.openxmlformats.org/officeDocument/2006/relationships/notesMaster" Target="/ppt/notesMasters/notesMaster1.xml" Id="Rcb84f68b220841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41ea2c67e54fac" /><Relationship Type="http://schemas.openxmlformats.org/officeDocument/2006/relationships/notesMaster" Target="/ppt/notesMasters/notesMaster1.xml" Id="R9d4e3c0fe9624d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db550888f343f0" /><Relationship Type="http://schemas.openxmlformats.org/officeDocument/2006/relationships/notesMaster" Target="/ppt/notesMasters/notesMaster1.xml" Id="R6a4b474ddc2c40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f69dedc7ec493a" /><Relationship Type="http://schemas.openxmlformats.org/officeDocument/2006/relationships/notesMaster" Target="/ppt/notesMasters/notesMaster1.xml" Id="R6d77fac22a2f42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90f1ec6ca14491" /><Relationship Type="http://schemas.openxmlformats.org/officeDocument/2006/relationships/notesMaster" Target="/ppt/notesMasters/notesMaster1.xml" Id="Rf030fd3979b746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5c57e2268b49d9" /><Relationship Type="http://schemas.openxmlformats.org/officeDocument/2006/relationships/notesMaster" Target="/ppt/notesMasters/notesMaster1.xml" Id="R90777cc31a914a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b0ae5a300d4eb7" /><Relationship Type="http://schemas.openxmlformats.org/officeDocument/2006/relationships/notesMaster" Target="/ppt/notesMasters/notesMaster1.xml" Id="R23a46f5b127846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fdeac707649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ed16bb203e408c" /><Relationship Type="http://schemas.openxmlformats.org/officeDocument/2006/relationships/slideLayout" Target="/ppt/slideLayouts/slideLayout1.xml" Id="R1d628fd4804b41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628fd4804b41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0c7be8bd14e55" /><Relationship Type="http://schemas.openxmlformats.org/officeDocument/2006/relationships/notesSlide" Target="/ppt/notesSlides/notesSlide1.xml" Id="R73883ad4ae5544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c8e2128fb406f" /><Relationship Type="http://schemas.openxmlformats.org/officeDocument/2006/relationships/notesSlide" Target="/ppt/notesSlides/notesSlide2.xml" Id="R0f520474ca19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a39d1735746b8" /><Relationship Type="http://schemas.openxmlformats.org/officeDocument/2006/relationships/notesSlide" Target="/ppt/notesSlides/notesSlide3.xml" Id="R3acdc35d0d8f42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8078928d54b6a" /><Relationship Type="http://schemas.openxmlformats.org/officeDocument/2006/relationships/image" Target="/ppt/media/image.png" Id="Rae406eee80b943b0" /><Relationship Type="http://schemas.openxmlformats.org/officeDocument/2006/relationships/notesSlide" Target="/ppt/notesSlides/notesSlide4.xml" Id="Rbc7a8662e43044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e3032958c4b8a" /><Relationship Type="http://schemas.openxmlformats.org/officeDocument/2006/relationships/image" Target="/ppt/media/image2.png" Id="R781d98bde60c409e" /><Relationship Type="http://schemas.openxmlformats.org/officeDocument/2006/relationships/notesSlide" Target="/ppt/notesSlides/notesSlide5.xml" Id="R01e9cfaf0e4f4c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7647f285f42dc" /><Relationship Type="http://schemas.openxmlformats.org/officeDocument/2006/relationships/image" Target="/ppt/media/image3.png" Id="R2f657429ee9b4344" /><Relationship Type="http://schemas.openxmlformats.org/officeDocument/2006/relationships/notesSlide" Target="/ppt/notesSlides/notesSlide6.xml" Id="R67f23e87587e45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fbceb827d4256" /><Relationship Type="http://schemas.openxmlformats.org/officeDocument/2006/relationships/notesSlide" Target="/ppt/notesSlides/notesSlide7.xml" Id="R1b984087bd934c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e8145f6a94979" /><Relationship Type="http://schemas.openxmlformats.org/officeDocument/2006/relationships/notesSlide" Target="/ppt/notesSlides/notesSlide8.xml" Id="Rd97d56e3321745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4A71EAC7-6EC5-4BBB-8C94-4A95681E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BBQ AND CASE · MODULE 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AE77DB4-0C96-4E4A-8186-957C3820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Drawings, rails and accurate setup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E4C61979-6578-4CFD-BF13-3BD05D7D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verified drawings, stock information, datums and quality gates before irreversible work.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82297AF4-1996-4745-BEFC-BEA1A4D1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3–4</a:t>
            </a:r>
          </a:p>
        </p:txBody>
      </p:sp>
    </p:spTree>
    <p:extLst>
      <p:ext uri="{BB962C8B-B14F-4D97-AF65-F5344CB8AC3E}">
        <p14:creationId xmlns:p14="http://schemas.microsoft.com/office/powerpoint/2010/main" val="1192667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247CE67D-3836-45A6-92A5-DDE70045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A43292-0269-46C1-9701-20AEB5C8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D62205-F62F-4043-928D-C16DA8D1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477B4FDA-F4A9-4F00-B5FC-068A1E1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CFE8C819-AAE7-40D6-8F6F-8AE2606E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0F7F7A00-F5CA-4D22-8B8F-E4F7D6F4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According to the theory, selecting metal stock involves choosing what?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91CA8ED6-0CF6-43E9-AE1D-0CC30A27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504AE38C-7BE2-4423-9507-B02E65F2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0FA605F6-99BD-4EBC-848C-5FF527A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Where must the exact stock grades and sizes be confirmed?</a:t>
            </a:r>
          </a:p>
        </p:txBody>
      </p:sp>
      <p:sp>
        <p:nvSpPr>
          <p:cNvPr id="10" name="retrieval-panel-3">
            <a:extLst xmlns:a="http://schemas.openxmlformats.org/drawingml/2006/main">
              <a:ext uri="{FF2B5EF4-FFF2-40B4-BE49-F238E27FC236}">
                <a16:creationId xmlns:a16="http://schemas.microsoft.com/office/drawing/2014/main" id="{D8822950-047F-4772-B51C-E9ADD1E6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B3D9CD27-5A76-4ABD-B7A0-81353ECD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E175A60D-0768-4FB0-8284-AEC32F26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Which factor should be considered when judging a suitable stock form?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4F9B343D-56D0-4CD0-B10C-97522467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2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7811CB9A-1299-4C56-B933-369E2E55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8797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BF0047A7-8A51-4EDE-8538-A16C4FB1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974D17-782A-4661-928E-44D2237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1CDA57-FB52-419E-AA46-9C04CA16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6EE66E5A-704B-4FB6-82F4-1025F8D1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216FB5E6-FEE3-4A9C-99EA-88D01791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A756A68F-3520-49A6-B1B2-34F0DBCD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Selecting stock form by function and manufacture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1D23D1D0-AB85-43A0-B557-26C19F61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39734648-3BD5-441A-8AF7-46D15575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67B57F92-B933-426A-88F1-5122730C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Turning drawings into freehand sketches and a spreadsheet cutting list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7D5EF8E7-3E60-4D04-A760-223D88EE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1A5EE59A-6E61-4F0B-A8D6-203EC1F2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CB9F4B05-486C-4898-AA95-0F70E0F2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Datums, orientation and quality gates for rails and end caps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A5E72202-BB06-4BFE-80D8-3129078E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2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1D96A552-9D97-462F-B4A4-5239F076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2187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8EEDF61-7B4E-4F6E-BD5F-A895B5E1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52545D-5104-4A51-94E8-1E1A2674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Selecting stock form by function and manufacture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0C31B8-4B0C-411D-A3AF-0120FA57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06eee80b943b0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E317C3C3-20AD-4853-9A20-A32CC6E2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Select stock form by function, properties and manufacturing needs.</a:t>
            </a:r>
          </a:p>
        </p:txBody>
      </p:sp>
      <p:sp>
        <p:nvSpPr>
          <p:cNvPr id="6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4BAEF20C-75C3-43D7-80C3-41EEF2C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Consider joining access, available processes and material waste.</a:t>
            </a:r>
          </a:p>
        </p:txBody>
      </p:sp>
      <p:sp>
        <p:nvSpPr>
          <p:cNvPr id="7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289E957F-E2BC-4F5C-8598-E6E6963B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issued drawings to confirm all grades, sizes and quantities.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65BB815D-BC1E-4F05-BBF2-37625109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2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AA1C89B3-7DD3-4ACC-8AAB-76226F8E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0267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421186D-8F90-4763-AA74-A90A16A3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671B7F-1A9B-4102-834A-1B50519E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Turning drawings into freehand sketches and a spreadsheet cutting list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968DEE-E835-4C04-AC5F-4C452EE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d98bde60c409e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EAEF981C-9075-424E-8703-7539FA1D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Read and cross-check all views, notes and written dimensions.</a:t>
            </a:r>
          </a:p>
        </p:txBody>
      </p:sp>
      <p:sp>
        <p:nvSpPr>
          <p:cNvPr id="6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F4AF922A-B840-4C3C-ACB1-F57265D1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Enter only verified component data into the spreadsheet.</a:t>
            </a:r>
          </a:p>
        </p:txBody>
      </p:sp>
      <p:sp>
        <p:nvSpPr>
          <p:cNvPr id="7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8A4D76CF-814A-424B-AABA-5F38F872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Record revisions and recheck information before cutting.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C37CA2B1-E126-469E-AECE-D522FB33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2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70E83CDB-B367-4EC6-8E86-C965979D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5168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AAF8E15-641F-48AB-8A40-AEAB9687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65E635-B434-43D9-9FEF-455AB85E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Datums, orientation and quality gates for rails and end caps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A8F5C0E-BEC6-44F6-8C18-24020F99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57429ee9b4344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6255DB72-D68D-473D-A7B6-0B59C359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consistent datums to limit cumulative marking error.</a:t>
            </a:r>
          </a:p>
        </p:txBody>
      </p:sp>
      <p:sp>
        <p:nvSpPr>
          <p:cNvPr id="6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00BAEE66-4053-47D8-8ABD-F1D6919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Identify orientation, matching parts and waste sides clearly.</a:t>
            </a:r>
          </a:p>
        </p:txBody>
      </p:sp>
      <p:sp>
        <p:nvSpPr>
          <p:cNvPr id="7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1501E9C4-CDA2-4A1D-99E9-450CF175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Complete reversible checks before irreversible processing begins.</a:t>
            </a:r>
          </a:p>
        </p:txBody>
      </p:sp>
      <p:sp>
        <p:nvSpPr>
          <p:cNvPr id="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BAC65156-DB97-443C-97A4-924054AA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2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AD049DE5-90BD-4FB1-8163-9856A382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5337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A433BAE-CD3A-465B-A3A2-BDDD0AA0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0B7632-031B-4803-8F6F-60814D1C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8E230C-048D-47F8-BF66-15868D83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7CDEFF44-EDA8-47C9-9408-CB9EA0EF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1CDD32AD-7CBD-4523-9D18-2E882660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55131D90-4DE8-438E-AEAF-048641D2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According to the theory, selecting metal stock involves choosing what?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636B2A8A-0236-4027-9CD8-614CBCB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C3BDEB91-3194-4966-86F1-6A17B13C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A19B8936-BE4F-49E6-9625-7DC52AD2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students do before marking or cutting material?</a:t>
            </a:r>
          </a:p>
        </p:txBody>
      </p:sp>
      <p:sp>
        <p:nvSpPr>
          <p:cNvPr id="10" name="check-panel-3">
            <a:extLst xmlns:a="http://schemas.openxmlformats.org/drawingml/2006/main">
              <a:ext uri="{FF2B5EF4-FFF2-40B4-BE49-F238E27FC236}">
                <a16:creationId xmlns:a16="http://schemas.microsoft.com/office/drawing/2014/main" id="{F5FC2B75-3256-4CE6-A754-7B4B198E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C3000141-BA1C-40F6-9AE5-1FB0B09D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question-3">
            <a:extLst xmlns:a="http://schemas.openxmlformats.org/drawingml/2006/main">
              <a:ext uri="{FF2B5EF4-FFF2-40B4-BE49-F238E27FC236}">
                <a16:creationId xmlns:a16="http://schemas.microsoft.com/office/drawing/2014/main" id="{CB66436F-AD47-40AB-BC24-9CAE6D42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is a datum used for during marking out?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D03984CB-352C-42C9-A2AE-57229BAE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2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672A38D1-FBE5-43BD-B3F1-0FD8900E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2038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248B7E2-6F4E-40BC-B840-BB815FD2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5C992B-F964-4ABE-8D02-EC78F6D0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9A6E3B-89AD-43F4-AE66-66A60FF9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2D6DD7F5-1015-47A7-8433-071AB07E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C8E9C43E-B249-47FC-AF46-3D4DBC05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2A100409-0986-44B7-978A-E9F30328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Justify one teacher-specified stock form using function, manufacturability, availability and finish requirements.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A5821442-471D-40AA-8B65-DC701263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82534B3A-9BD4-4580-A019-50FED9F7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BA08C0EB-9370-47A3-95B6-FC53EDF5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suitable response identifies the verified requirement or observation, names the evidence source, explains why the decision follows from it, and labels unresolved details as Teacher to confirm.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719AA6E4-AB5E-4FC9-8059-FC019E03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E9F5AF61-8B2D-4B9E-BEED-CB635174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2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2C4264DE-2BEA-4288-A3A2-048B3B64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99364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2026-08-16T10:43:13.8030000Z</dcterms:created>
  <dcterms:modified xsi:type="dcterms:W3CDTF">2026-08-16T10:43:13.8030000Z</dcterms:modified>
</coreProperties>
</file>