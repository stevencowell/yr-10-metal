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45aa54dc748ab" /><Relationship Type="http://schemas.openxmlformats.org/officeDocument/2006/relationships/extended-properties" Target="/docProps/app.xml" Id="Re68ba5949e0b4812" /><Relationship Type="http://schemas.openxmlformats.org/officeDocument/2006/relationships/officeDocument" Target="/ppt/presentation.xml" Id="Rff07bd818a2a4d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6dfb4f138348a0"/>
  </p:sldMasterIdLst>
  <p:notesMasterIdLst>
    <p:notesMasterId xmlns:r="http://schemas.openxmlformats.org/officeDocument/2006/relationships" r:id="R11e64b6addab4ab6"/>
  </p:notesMasterIdLst>
  <p:sldIdLst>
    <p:sldId xmlns:r="http://schemas.openxmlformats.org/officeDocument/2006/relationships" id="256" r:id="R54205cd1af5d427a"/>
    <p:sldId xmlns:r="http://schemas.openxmlformats.org/officeDocument/2006/relationships" id="257" r:id="Reaf5a0a79f3e4b99"/>
    <p:sldId xmlns:r="http://schemas.openxmlformats.org/officeDocument/2006/relationships" id="258" r:id="Rf33a3c852c50403a"/>
    <p:sldId xmlns:r="http://schemas.openxmlformats.org/officeDocument/2006/relationships" id="259" r:id="R2a856b26136741ad"/>
    <p:sldId xmlns:r="http://schemas.openxmlformats.org/officeDocument/2006/relationships" id="260" r:id="R0010ff7fbbb242c5"/>
    <p:sldId xmlns:r="http://schemas.openxmlformats.org/officeDocument/2006/relationships" id="261" r:id="R26d0f4c8f1a84860"/>
    <p:sldId xmlns:r="http://schemas.openxmlformats.org/officeDocument/2006/relationships" id="262" r:id="R17995734a17c4c42"/>
    <p:sldId xmlns:r="http://schemas.openxmlformats.org/officeDocument/2006/relationships" id="263" r:id="Rc10ce2a9d9a642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0724b4db5a40ee" /><Relationship Type="http://schemas.openxmlformats.org/officeDocument/2006/relationships/slideMaster" Target="/ppt/slideMasters/slideMaster1.xml" Id="R4d6dfb4f138348a0" /><Relationship Type="http://schemas.openxmlformats.org/officeDocument/2006/relationships/notesMaster" Target="/ppt/notesMasters/notesMaster1.xml" Id="R11e64b6addab4ab6" /><Relationship Type="http://schemas.openxmlformats.org/officeDocument/2006/relationships/presProps" Target="/ppt/presProps.xml" Id="R2ae1a3a83ffb4da1" /><Relationship Type="http://schemas.openxmlformats.org/officeDocument/2006/relationships/tableStyles" Target="/ppt/tableStyles.xml" Id="R3b79d1e0bf1440e2" /><Relationship Type="http://schemas.openxmlformats.org/officeDocument/2006/relationships/slide" Target="/ppt/slides/slide1.xml" Id="R54205cd1af5d427a" /><Relationship Type="http://schemas.openxmlformats.org/officeDocument/2006/relationships/slide" Target="/ppt/slides/slide2.xml" Id="Reaf5a0a79f3e4b99" /><Relationship Type="http://schemas.openxmlformats.org/officeDocument/2006/relationships/slide" Target="/ppt/slides/slide3.xml" Id="Rf33a3c852c50403a" /><Relationship Type="http://schemas.openxmlformats.org/officeDocument/2006/relationships/slide" Target="/ppt/slides/slide4.xml" Id="R2a856b26136741ad" /><Relationship Type="http://schemas.openxmlformats.org/officeDocument/2006/relationships/slide" Target="/ppt/slides/slide5.xml" Id="R0010ff7fbbb242c5" /><Relationship Type="http://schemas.openxmlformats.org/officeDocument/2006/relationships/slide" Target="/ppt/slides/slide6.xml" Id="R26d0f4c8f1a84860" /><Relationship Type="http://schemas.openxmlformats.org/officeDocument/2006/relationships/slide" Target="/ppt/slides/slide7.xml" Id="R17995734a17c4c42" /><Relationship Type="http://schemas.openxmlformats.org/officeDocument/2006/relationships/slide" Target="/ppt/slides/slide8.xml" Id="Rc10ce2a9d9a642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e267399944e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f4fe99f59c46d7" /><Relationship Type="http://schemas.openxmlformats.org/officeDocument/2006/relationships/notesMaster" Target="/ppt/notesMasters/notesMaster1.xml" Id="R427a71bbb23f45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770aa1d7d4f2a" /><Relationship Type="http://schemas.openxmlformats.org/officeDocument/2006/relationships/notesMaster" Target="/ppt/notesMasters/notesMaster1.xml" Id="Rf9aebc298392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bc175ed52f48a3" /><Relationship Type="http://schemas.openxmlformats.org/officeDocument/2006/relationships/notesMaster" Target="/ppt/notesMasters/notesMaster1.xml" Id="Ra770168ad33d4f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5f159130ec4595" /><Relationship Type="http://schemas.openxmlformats.org/officeDocument/2006/relationships/notesMaster" Target="/ppt/notesMasters/notesMaster1.xml" Id="R8bb6f53bfde544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96792ef0d4b27" /><Relationship Type="http://schemas.openxmlformats.org/officeDocument/2006/relationships/notesMaster" Target="/ppt/notesMasters/notesMaster1.xml" Id="R2af0b4b93e9141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db4e94718045e4" /><Relationship Type="http://schemas.openxmlformats.org/officeDocument/2006/relationships/notesMaster" Target="/ppt/notesMasters/notesMaster1.xml" Id="R152a235db9db4d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0fac3a095f4613" /><Relationship Type="http://schemas.openxmlformats.org/officeDocument/2006/relationships/notesMaster" Target="/ppt/notesMasters/notesMaster1.xml" Id="R5dac12d251ea4a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b45fe3e0c542ba" /><Relationship Type="http://schemas.openxmlformats.org/officeDocument/2006/relationships/notesMaster" Target="/ppt/notesMasters/notesMaster1.xml" Id="Rca5243d649a64c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folding-camping-shovel/data.js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c7f2363d24a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c3cc138202462d" /><Relationship Type="http://schemas.openxmlformats.org/officeDocument/2006/relationships/slideLayout" Target="/ppt/slideLayouts/slideLayout1.xml" Id="Rc43cf281a98243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3cf281a982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b67f9d61b4a38" /><Relationship Type="http://schemas.openxmlformats.org/officeDocument/2006/relationships/notesSlide" Target="/ppt/notesSlides/notesSlide1.xml" Id="R9cba82097e6e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0e7ba43b486f" /><Relationship Type="http://schemas.openxmlformats.org/officeDocument/2006/relationships/notesSlide" Target="/ppt/notesSlides/notesSlide2.xml" Id="Ra9ed160427ca47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fc1a713c948b6" /><Relationship Type="http://schemas.openxmlformats.org/officeDocument/2006/relationships/notesSlide" Target="/ppt/notesSlides/notesSlide3.xml" Id="R9deb171b228e44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841ffcd3143d3" /><Relationship Type="http://schemas.openxmlformats.org/officeDocument/2006/relationships/image" Target="/ppt/media/image.png" Id="R1340c702b70a4a69" /><Relationship Type="http://schemas.openxmlformats.org/officeDocument/2006/relationships/notesSlide" Target="/ppt/notesSlides/notesSlide4.xml" Id="Reda74d1e3a6f48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e1d18d92d4777" /><Relationship Type="http://schemas.openxmlformats.org/officeDocument/2006/relationships/image" Target="/ppt/media/image2.png" Id="R05bb1be6affa4bfd" /><Relationship Type="http://schemas.openxmlformats.org/officeDocument/2006/relationships/notesSlide" Target="/ppt/notesSlides/notesSlide5.xml" Id="R095eac53e93a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68b942236454a" /><Relationship Type="http://schemas.openxmlformats.org/officeDocument/2006/relationships/image" Target="/ppt/media/image3.png" Id="R42cc5b6a2ee94f24" /><Relationship Type="http://schemas.openxmlformats.org/officeDocument/2006/relationships/notesSlide" Target="/ppt/notesSlides/notesSlide6.xml" Id="Rd5611882e100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a69928d2847ba" /><Relationship Type="http://schemas.openxmlformats.org/officeDocument/2006/relationships/notesSlide" Target="/ppt/notesSlides/notesSlide7.xml" Id="R79bbda62371640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5ba1004844834" /><Relationship Type="http://schemas.openxmlformats.org/officeDocument/2006/relationships/notesSlide" Target="/ppt/notesSlides/notesSlide8.xml" Id="R660166473d4848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0F98CDA7-168C-4545-8237-C5DE26D2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755FC7A-247C-4F68-89B7-B6F12E1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Alloys and shovel-head production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0E3B8806-130E-4F9E-B0F7-AAE58262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Relate material properties, forming and industry practice to the authorised shovel project.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A0E6E62B-DBA7-4B6B-A634-9E7A1653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5–6</a:t>
            </a:r>
          </a:p>
        </p:txBody>
      </p:sp>
    </p:spTree>
    <p:extLst>
      <p:ext uri="{BB962C8B-B14F-4D97-AF65-F5344CB8AC3E}">
        <p14:creationId xmlns:p14="http://schemas.microsoft.com/office/powerpoint/2010/main" val="1453757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6363018-655D-4141-B1F3-B56A42E8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5CD2D0-4158-4C7B-AE41-3252B277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CD7AFF-F05E-4AF8-8235-CFBFA785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CBD65C7A-FC0E-41CD-B4C1-20BC6D80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7FF32577-F3AA-4405-8F70-2413681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CF5BDC93-71C1-478F-A7A8-FBC3880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metal-lathe SOP evidence primarily demonstrate?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8387AF8F-D2F1-4E8C-868E-1EE7C5B1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97F15686-82BD-4699-A9C3-56AF251B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8E9DAB94-F71C-4AE8-B4BE-5678049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According to the theory, what should strong SOP evidence identify?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24F6B4EF-92F7-4316-9387-4F14A01D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47DF0CC8-C0C0-45FD-8EE1-A2213E43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E464D6E7-A35B-4B3F-9EF2-DAB429BC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Where must exact machining actions come from?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69B9F85C-D25C-4369-81A9-310856F2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960F7441-477E-4204-A885-624D49A6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5896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294AFF6B-5D38-4D6A-AB12-248D620D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A2BE1D-675B-4CE1-8345-E1A1E94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9E09A4-BF48-4590-8804-0C9C68DF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689C448C-D64B-4890-80C4-7530AD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83ED12C5-5C7C-4722-A5E6-6CD1B04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5DF2906B-C716-4FE1-9832-03175277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Metal-lathe SOP evidence for handle and end-plug work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1E5D9676-C965-4364-9FC1-F6A31BA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EAFCB867-0087-463C-AD71-BE98BF8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7CEA5B69-E364-464D-9A0C-1743C53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Functional fits connect dimensions to movement and assembly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4C476736-6832-4196-AF0D-86847957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10806B5A-D4E5-442E-9A21-9F657311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B024980F-2644-4680-8ED5-DCF373EC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Threads as controlled geometry and evidence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A6A08B6A-3EDA-44E7-94A8-0943395C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ACB8B8CC-EA06-407B-8291-E847051E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2463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137D3D6-2F3F-47BC-AE13-ED715A40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F4B925-76FE-43BA-8BDA-685ACB33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Metal-lathe SOP evidence for handle and end-plug work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803B86-B13A-4BD0-A178-1FDE9F8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0c702b70a4a69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F310DD29-8AEC-46F3-88FD-BB4CF6AA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SOP evidence must show understanding, not copied compliance.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E600188A-79BB-4B5F-BF8E-97C76999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Report changed conditions before machining continues.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A5C27DBA-1F67-4054-8B11-92DB37A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Link inspection evidence to the drawing and approved criteria.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8BF467DB-15B4-46E8-9DDB-D458229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E913BC20-3F9F-44F4-9DF1-E2D0169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2351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1E97B26-0F93-434B-A148-D1C4AC0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2EF596-94CB-4C75-B40C-A08AC1C5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Functional fits connect dimensions to movement and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C11D03B-6E98-4927-B4A8-1103932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b1be6affa4bfd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56221597-0CD8-4D34-83DD-1251A42B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Clearance, transition and interference describe general fit relationships.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7637B6F7-6CEA-4876-BDE1-D35BA9A6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drawing and teacher determine the required project fit.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19037C4B-6693-403A-8CA3-C61591E3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Link dimensional checks to movement, alignment and serviceability.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BACB6CB0-81B0-4B36-B1E8-F87E470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8E7ABAD3-CA86-42EC-AC55-22050AD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6120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9627141-F2F1-4723-986C-909F1DA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BFF56E-9B7C-4D97-9C92-707220EA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Threads as controlled geometry and evidence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37C9D8-F277-44F1-935F-2E37C96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c5b6a2ee94f24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32E5F106-FAD3-4737-9534-A23D019B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correct thread vocabulary to interpret drawing information.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A6674274-BB49-40A8-8531-06A9CDE8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Matching form, size and condition control successful engagement.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5359728D-4738-4168-8BB9-9A79B1FE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Inspect specified threads using the teacher-approved checking method.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651C0442-6B2D-412B-BA7F-DE349A0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547DE62C-2B4C-4AC1-8752-EC82B593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7131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4B90A4C-5E57-4E26-9D16-D2280286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5F470F-17EF-4144-B986-13E4D4E4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7CC3CF-AFFF-4BBB-A475-F14D409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FBCEEFCC-15DB-4C0C-8DBB-EDAD88F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E86A9ED1-5A24-4476-B314-A01EFDB3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9276C350-E6FE-4B52-937F-189D0DA1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metal-lathe SOP evidence primarily demonstrate?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3A8B557F-5AC3-400B-BA27-22D64C03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53D82135-27B7-4651-91EE-D82F64A9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ADAEF672-6050-4FE7-A275-6EF39E8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does a functional fit describe?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3EBB174C-61AD-4C62-A6D6-76C7001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29FE5927-E7E2-4054-A77A-33A562DB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7F16028F-DAB3-4905-B4CE-D26A2E1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does the pitch of a thread describe?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944B0396-FF72-4520-926D-8D11B499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7280846-2628-4FFE-9867-AC9B57F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5234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A6268D0-59F3-468E-8EDB-5578DCD2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B32B8A-F641-401C-83BE-8FEDC22C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0FFC2F-5E71-46BF-B290-ABA9BFC2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5BE34EBD-52EC-4EFC-8F20-F54BE2C9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69959660-44A0-41BD-B3CE-CE1812FD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4233679A-0293-4403-BE33-162B13A9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the purpose of two teacher-confirmed SOP controls and the evidence that they were applied.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67766CA2-9D2C-4D96-9A04-2DB633B0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750EE320-4C29-438B-BDF1-25FB5421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6F44184C-C4C1-40FD-9ABC-20A14B24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0C8B5BDD-B3B2-4583-93C8-6DF3C172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780C3AAF-7FBF-49B2-85D7-430FA082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Folding Camping Shovel · Module 3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EA90601A-9914-4373-A104-63A334B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8363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2026-08-16T10:43:27.1410000Z</dcterms:created>
  <dcterms:modified xsi:type="dcterms:W3CDTF">2026-08-16T10:43:27.1410000Z</dcterms:modified>
</coreProperties>
</file>