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cb120d03ed433e" /><Relationship Type="http://schemas.openxmlformats.org/officeDocument/2006/relationships/extended-properties" Target="/docProps/app.xml" Id="R907b50d39489438d" /><Relationship Type="http://schemas.openxmlformats.org/officeDocument/2006/relationships/officeDocument" Target="/ppt/presentation.xml" Id="Re0eaa3993bb74a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ccec2f40c443f"/>
  </p:sldMasterIdLst>
  <p:notesMasterIdLst>
    <p:notesMasterId xmlns:r="http://schemas.openxmlformats.org/officeDocument/2006/relationships" r:id="Rd2a4acc15f014b61"/>
  </p:notesMasterIdLst>
  <p:sldIdLst>
    <p:sldId xmlns:r="http://schemas.openxmlformats.org/officeDocument/2006/relationships" id="256" r:id="R41b7b7a03e5d4eb1"/>
    <p:sldId xmlns:r="http://schemas.openxmlformats.org/officeDocument/2006/relationships" id="257" r:id="Rb8ac1b9c9a9248c0"/>
    <p:sldId xmlns:r="http://schemas.openxmlformats.org/officeDocument/2006/relationships" id="258" r:id="R3cfa15facf8f4a30"/>
    <p:sldId xmlns:r="http://schemas.openxmlformats.org/officeDocument/2006/relationships" id="259" r:id="R0638d789483f4a5d"/>
    <p:sldId xmlns:r="http://schemas.openxmlformats.org/officeDocument/2006/relationships" id="260" r:id="R62e4518666424885"/>
    <p:sldId xmlns:r="http://schemas.openxmlformats.org/officeDocument/2006/relationships" id="261" r:id="R555ea089e299492c"/>
    <p:sldId xmlns:r="http://schemas.openxmlformats.org/officeDocument/2006/relationships" id="262" r:id="R07a007ae29894605"/>
    <p:sldId xmlns:r="http://schemas.openxmlformats.org/officeDocument/2006/relationships" id="263" r:id="R0a15ec5b86b344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cf73c45714307" /><Relationship Type="http://schemas.openxmlformats.org/officeDocument/2006/relationships/slideMaster" Target="/ppt/slideMasters/slideMaster1.xml" Id="Rf76ccec2f40c443f" /><Relationship Type="http://schemas.openxmlformats.org/officeDocument/2006/relationships/notesMaster" Target="/ppt/notesMasters/notesMaster1.xml" Id="Rd2a4acc15f014b61" /><Relationship Type="http://schemas.openxmlformats.org/officeDocument/2006/relationships/presProps" Target="/ppt/presProps.xml" Id="R59ec3299a77a4f76" /><Relationship Type="http://schemas.openxmlformats.org/officeDocument/2006/relationships/tableStyles" Target="/ppt/tableStyles.xml" Id="Refa7c1bff4d342b8" /><Relationship Type="http://schemas.openxmlformats.org/officeDocument/2006/relationships/slide" Target="/ppt/slides/slide1.xml" Id="R41b7b7a03e5d4eb1" /><Relationship Type="http://schemas.openxmlformats.org/officeDocument/2006/relationships/slide" Target="/ppt/slides/slide2.xml" Id="Rb8ac1b9c9a9248c0" /><Relationship Type="http://schemas.openxmlformats.org/officeDocument/2006/relationships/slide" Target="/ppt/slides/slide3.xml" Id="R3cfa15facf8f4a30" /><Relationship Type="http://schemas.openxmlformats.org/officeDocument/2006/relationships/slide" Target="/ppt/slides/slide4.xml" Id="R0638d789483f4a5d" /><Relationship Type="http://schemas.openxmlformats.org/officeDocument/2006/relationships/slide" Target="/ppt/slides/slide5.xml" Id="R62e4518666424885" /><Relationship Type="http://schemas.openxmlformats.org/officeDocument/2006/relationships/slide" Target="/ppt/slides/slide6.xml" Id="R555ea089e299492c" /><Relationship Type="http://schemas.openxmlformats.org/officeDocument/2006/relationships/slide" Target="/ppt/slides/slide7.xml" Id="R07a007ae29894605" /><Relationship Type="http://schemas.openxmlformats.org/officeDocument/2006/relationships/slide" Target="/ppt/slides/slide8.xml" Id="R0a15ec5b86b3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7484a97cb3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eecf7a0faf4707" /><Relationship Type="http://schemas.openxmlformats.org/officeDocument/2006/relationships/notesMaster" Target="/ppt/notesMasters/notesMaster1.xml" Id="Rd0fd691158d1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a09facfbd4686" /><Relationship Type="http://schemas.openxmlformats.org/officeDocument/2006/relationships/notesMaster" Target="/ppt/notesMasters/notesMaster1.xml" Id="R48fa1d344d26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25d27a6b4343c0" /><Relationship Type="http://schemas.openxmlformats.org/officeDocument/2006/relationships/notesMaster" Target="/ppt/notesMasters/notesMaster1.xml" Id="Ra7430eb8c2174e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2a5354a5e4064" /><Relationship Type="http://schemas.openxmlformats.org/officeDocument/2006/relationships/notesMaster" Target="/ppt/notesMasters/notesMaster1.xml" Id="R23193d29114f44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149ac0a594eb9" /><Relationship Type="http://schemas.openxmlformats.org/officeDocument/2006/relationships/notesMaster" Target="/ppt/notesMasters/notesMaster1.xml" Id="R61b335e7ae65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6268c85c404896" /><Relationship Type="http://schemas.openxmlformats.org/officeDocument/2006/relationships/notesMaster" Target="/ppt/notesMasters/notesMaster1.xml" Id="R670a04917da64b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72828b75b6494f" /><Relationship Type="http://schemas.openxmlformats.org/officeDocument/2006/relationships/notesMaster" Target="/ppt/notesMasters/notesMaster1.xml" Id="R3e7cc0742c094c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670539ece2482e" /><Relationship Type="http://schemas.openxmlformats.org/officeDocument/2006/relationships/notesMaster" Target="/ppt/notesMasters/notesMaster1.xml" Id="R2ed0e97f3ea3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2502d9e014b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dabc9cd6d4e57" /><Relationship Type="http://schemas.openxmlformats.org/officeDocument/2006/relationships/slideLayout" Target="/ppt/slideLayouts/slideLayout1.xml" Id="R4dfbc8cddfd14c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bc8cddfd14c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7efd1654c4053" /><Relationship Type="http://schemas.openxmlformats.org/officeDocument/2006/relationships/notesSlide" Target="/ppt/notesSlides/notesSlide1.xml" Id="R9ad1fbb9c627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50782bcaf4b8b" /><Relationship Type="http://schemas.openxmlformats.org/officeDocument/2006/relationships/notesSlide" Target="/ppt/notesSlides/notesSlide2.xml" Id="R97959ff0c7de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01649addd44d6" /><Relationship Type="http://schemas.openxmlformats.org/officeDocument/2006/relationships/notesSlide" Target="/ppt/notesSlides/notesSlide3.xml" Id="R9b0430115444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9adb1a1bd40db" /><Relationship Type="http://schemas.openxmlformats.org/officeDocument/2006/relationships/image" Target="/ppt/media/image.png" Id="Re3131824abec4809" /><Relationship Type="http://schemas.openxmlformats.org/officeDocument/2006/relationships/notesSlide" Target="/ppt/notesSlides/notesSlide4.xml" Id="R6f1b39b618cf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2235a9c7346ad" /><Relationship Type="http://schemas.openxmlformats.org/officeDocument/2006/relationships/image" Target="/ppt/media/image2.png" Id="R4ab074aba79b4691" /><Relationship Type="http://schemas.openxmlformats.org/officeDocument/2006/relationships/notesSlide" Target="/ppt/notesSlides/notesSlide5.xml" Id="Rf475a841912549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591b5113f416e" /><Relationship Type="http://schemas.openxmlformats.org/officeDocument/2006/relationships/image" Target="/ppt/media/image3.png" Id="Rf7f524a3fb274c0d" /><Relationship Type="http://schemas.openxmlformats.org/officeDocument/2006/relationships/notesSlide" Target="/ppt/notesSlides/notesSlide6.xml" Id="Recb928682cf741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e45976f5a40e3" /><Relationship Type="http://schemas.openxmlformats.org/officeDocument/2006/relationships/notesSlide" Target="/ppt/notesSlides/notesSlide7.xml" Id="R3fcc084d40664c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f3315fdfe4a74" /><Relationship Type="http://schemas.openxmlformats.org/officeDocument/2006/relationships/notesSlide" Target="/ppt/notesSlides/notesSlide8.xml" Id="Rfa68503af08e44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D7175025-8328-4375-9672-6C48602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9860B87-84D9-4299-B5D4-60D848A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Risk, WMS and time/action planning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9D733266-03A8-48AA-847F-DCCD839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Connect risk controls, current procedures, hold points and time decisions.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DA98FB02-4885-4675-BA7A-04D3E27D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3–4</a:t>
            </a:r>
          </a:p>
        </p:txBody>
      </p:sp>
    </p:spTree>
    <p:extLst>
      <p:ext uri="{BB962C8B-B14F-4D97-AF65-F5344CB8AC3E}">
        <p14:creationId xmlns:p14="http://schemas.microsoft.com/office/powerpoint/2010/main" val="1054967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1F7FBC6-7A8B-4902-B0C4-C088230F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8FC2B-D44B-4516-B316-E7D9444B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214C5C-3026-49A8-BEBD-7AD3481C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8762CBC7-98EC-4B46-9E87-AB053DE9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7ACAEE05-4A70-4502-AB0D-7A3C3546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351994CA-C147-4523-8CFC-5FB9F0F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students identify before planning manufacture of the shovel head?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36F26E1C-94DF-4E98-AF3C-EC5C7D2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8654FDDB-BCDC-4295-B166-EA2CF404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28933AB9-21D6-45DB-87F0-61C7D2E1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the drawing be read together with the teacher demonstration?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B460D69B-8BBE-4192-BD32-2C686BC2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6C50FF59-C405-48B3-BE67-288DC919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D78EA803-021D-459B-9017-D9F0E6D3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purpose of datums during manufacture?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BFED0851-CBB3-4070-8BCD-7DB5CC20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9EB8311D-CE8F-4D36-B6A4-F48A042E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52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6BB2E356-8F69-47AC-8A9F-C0029646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A185AA-4746-4711-974F-CC35345B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2BD643-0FFC-4747-AB5E-BB13464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35B76A38-A2A6-4963-B913-1368E3EE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BD96385B-7DD2-4E02-84E9-998BC53A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93A2C9D3-AA30-4EA4-9C12-D730CF52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Translating the shovel-head drawing into a controlled sequence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FFF81250-15CE-4929-BCF0-E8AB19C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F923D2AB-65A8-4C55-9CF1-9B68886E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CCD4CBE3-A8DE-4763-BA7B-A72BAF7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Material behaviour during forming and shaping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97B61432-CE33-4ADB-890C-AD3AA425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A0248E2D-C8E5-4EE2-8EB7-2C7D888E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6DAB3A91-CBE2-49E8-B6D9-0FC073F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Checking head geometry, edges and assembly readiness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BE5096EF-97FD-475E-8E83-2B117A76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EA872CBC-43FF-4EDF-9F0B-6F55012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5911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0F39BCA-95B9-46A0-BBA0-38ED52C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67162A-8F73-42A9-9557-29FE8FE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Translating the shovel-head drawing into a controlled sequence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A8A67F-C57C-46A8-8D25-D4561821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1824abec4809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4111513B-B679-46F6-88A3-30EE80C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Establish datums, orientation and dependencies before manufacture.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D136FCE6-2570-4D95-9DE9-735C0BC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Inspect features before later work relies on them.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F3A87824-E21D-4F98-9789-BB6F94A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Keep the drawing, component and production record traceable.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CE103F5-E104-4F47-90BA-5081BE1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6AE0A02D-8982-4564-B7E1-EFF92B02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2088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EC8A492-A241-4B96-B0AA-CEA8BBD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B7E9A1-4571-477F-AE76-6108C73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Material behaviour during forming and shaping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443E6C-905F-4B30-AE76-516A7372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074aba79b4691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A5DB7B21-38C3-4CD0-94A7-77AA0663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Link material behaviour only to verified properties and processes.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826C4B14-591E-48F5-BD5B-56286F97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Observe changes in shape, resistance and surface condition.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56E644D9-76DE-47A1-A43B-43CCF23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unexpected behaviour before making further changes.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9C2D01EF-C977-4C38-BEDE-421BCC1A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5B1BF3AB-D081-4CEE-8127-0985CAC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8552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76784E2-9089-4CFA-9D46-D0E7B71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DBA051-9468-4F86-B8C6-6AE88BC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Checking head geometry, edges and assembly readiness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34CF02-DDEF-490F-A92C-8F8F8FE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524a3fb274c0d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EE01A8C1-96EF-410C-8D14-C001C46D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Compare geometry, features and edge condition with confirmed criteria.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F644CB71-1CD9-4CA6-BC74-F7B9409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observed faults before proposing likely causes.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CF5F95B3-B381-404C-A6B8-375BBC09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Obtain teacher review before proceeding to later assembly stages.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3C4B9201-0773-4210-B2B4-ECF8116F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F50C270B-19A8-4279-A47B-40E38CC5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0620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BDF61CFD-1A8F-4575-B8EE-E6F0E6D7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DC9B39-661E-4FEE-8103-8A390C3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D382C8-C034-4D3D-97A4-7AE357C5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B4F1E39A-B15F-414C-A4A4-CC37A2BD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FBC2E405-4A8F-44B8-8514-C9B8AD8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74C0DADD-9C39-4BFA-B11E-6C1D8CC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students identify before planning manufacture of the shovel head?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95A11938-6B6E-4941-91CD-9AB72B5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81E8AC03-F951-4EDF-AA44-9832227C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AE1B8ACC-DBF5-4316-B169-2320368D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property describes a material's ability to change shape without failing?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F5102F2C-F24E-4B90-82F9-C98DC464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A928DE20-AC60-4743-AA96-BC0E9793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50D6D481-B032-494B-B687-493F33E7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the completed shovel head be compared with during inspection?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2F431339-0712-42AF-BE09-E93A93CD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B1C40F46-6CD3-40A0-A845-5AC4D31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3416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3A1C06B-4867-455D-A06F-981D939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FA3CAA-3CE3-46E6-BE6E-5BA739BE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D41309-63D7-485B-BF12-600063A6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336C8F30-F849-42CD-8A2E-F515B2C7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5C2C6AB6-E05F-4DA5-A410-77708EC0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F330F202-AC7A-40F7-96D5-EED54157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Convert one confirmed drawing feature into a plan entry containing reference, operation category, check and evidence.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419B9064-3C3B-4DCC-8D23-A2F2883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0932D058-EA78-4570-8D38-9A33B912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F2868111-E7ED-41CC-9485-FBB0C053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DF67B5C2-47CE-4CCD-8756-2493509B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767F2E8D-932F-42A4-8FF1-AC60B158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2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FDB35532-5BC3-4B05-8E89-B70B007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9177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2026-08-16T10:43:25.7370000Z</dcterms:created>
  <dcterms:modified xsi:type="dcterms:W3CDTF">2026-08-16T10:43:25.7370000Z</dcterms:modified>
</coreProperties>
</file>