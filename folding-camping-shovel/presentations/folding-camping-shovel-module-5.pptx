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846fb62e14fa6" /><Relationship Type="http://schemas.openxmlformats.org/officeDocument/2006/relationships/extended-properties" Target="/docProps/app.xml" Id="R7a7893cc96bc41c2" /><Relationship Type="http://schemas.openxmlformats.org/officeDocument/2006/relationships/officeDocument" Target="/ppt/presentation.xml" Id="R890f64b97385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b2b0ab3434d11"/>
  </p:sldMasterIdLst>
  <p:notesMasterIdLst>
    <p:notesMasterId xmlns:r="http://schemas.openxmlformats.org/officeDocument/2006/relationships" r:id="R62f8a06d05b64ad9"/>
  </p:notesMasterIdLst>
  <p:sldIdLst>
    <p:sldId xmlns:r="http://schemas.openxmlformats.org/officeDocument/2006/relationships" id="256" r:id="R4b3740f7143040f5"/>
    <p:sldId xmlns:r="http://schemas.openxmlformats.org/officeDocument/2006/relationships" id="257" r:id="R98dbd1f33c28493a"/>
    <p:sldId xmlns:r="http://schemas.openxmlformats.org/officeDocument/2006/relationships" id="258" r:id="Rad65c025b51d4500"/>
    <p:sldId xmlns:r="http://schemas.openxmlformats.org/officeDocument/2006/relationships" id="259" r:id="R4da38c622ea64b95"/>
    <p:sldId xmlns:r="http://schemas.openxmlformats.org/officeDocument/2006/relationships" id="260" r:id="Ra4ed5b8e87cc4ad9"/>
    <p:sldId xmlns:r="http://schemas.openxmlformats.org/officeDocument/2006/relationships" id="261" r:id="R0e67cab872e24cc8"/>
    <p:sldId xmlns:r="http://schemas.openxmlformats.org/officeDocument/2006/relationships" id="262" r:id="R2cb6ee80074a4ac0"/>
    <p:sldId xmlns:r="http://schemas.openxmlformats.org/officeDocument/2006/relationships" id="263" r:id="R8a36801173e74f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b3f95fa21c445b" /><Relationship Type="http://schemas.openxmlformats.org/officeDocument/2006/relationships/slideMaster" Target="/ppt/slideMasters/slideMaster1.xml" Id="R5f9b2b0ab3434d11" /><Relationship Type="http://schemas.openxmlformats.org/officeDocument/2006/relationships/notesMaster" Target="/ppt/notesMasters/notesMaster1.xml" Id="R62f8a06d05b64ad9" /><Relationship Type="http://schemas.openxmlformats.org/officeDocument/2006/relationships/presProps" Target="/ppt/presProps.xml" Id="R2fb1dba4331a4754" /><Relationship Type="http://schemas.openxmlformats.org/officeDocument/2006/relationships/tableStyles" Target="/ppt/tableStyles.xml" Id="Rb07e7e694c22485c" /><Relationship Type="http://schemas.openxmlformats.org/officeDocument/2006/relationships/slide" Target="/ppt/slides/slide1.xml" Id="R4b3740f7143040f5" /><Relationship Type="http://schemas.openxmlformats.org/officeDocument/2006/relationships/slide" Target="/ppt/slides/slide2.xml" Id="R98dbd1f33c28493a" /><Relationship Type="http://schemas.openxmlformats.org/officeDocument/2006/relationships/slide" Target="/ppt/slides/slide3.xml" Id="Rad65c025b51d4500" /><Relationship Type="http://schemas.openxmlformats.org/officeDocument/2006/relationships/slide" Target="/ppt/slides/slide4.xml" Id="R4da38c622ea64b95" /><Relationship Type="http://schemas.openxmlformats.org/officeDocument/2006/relationships/slide" Target="/ppt/slides/slide5.xml" Id="Ra4ed5b8e87cc4ad9" /><Relationship Type="http://schemas.openxmlformats.org/officeDocument/2006/relationships/slide" Target="/ppt/slides/slide6.xml" Id="R0e67cab872e24cc8" /><Relationship Type="http://schemas.openxmlformats.org/officeDocument/2006/relationships/slide" Target="/ppt/slides/slide7.xml" Id="R2cb6ee80074a4ac0" /><Relationship Type="http://schemas.openxmlformats.org/officeDocument/2006/relationships/slide" Target="/ppt/slides/slide8.xml" Id="R8a36801173e74f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cf45b204a74e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f5b49e69c4d81" /><Relationship Type="http://schemas.openxmlformats.org/officeDocument/2006/relationships/notesMaster" Target="/ppt/notesMasters/notesMaster1.xml" Id="Rce9fd65a5e604d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c943d564744c7" /><Relationship Type="http://schemas.openxmlformats.org/officeDocument/2006/relationships/notesMaster" Target="/ppt/notesMasters/notesMaster1.xml" Id="R554aef30ab6f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40d30611fa43b6" /><Relationship Type="http://schemas.openxmlformats.org/officeDocument/2006/relationships/notesMaster" Target="/ppt/notesMasters/notesMaster1.xml" Id="Rf1496c29ef084d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448d3c34ef4ce1" /><Relationship Type="http://schemas.openxmlformats.org/officeDocument/2006/relationships/notesMaster" Target="/ppt/notesMasters/notesMaster1.xml" Id="R2604da128d7949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4eb24b67074ca6" /><Relationship Type="http://schemas.openxmlformats.org/officeDocument/2006/relationships/notesMaster" Target="/ppt/notesMasters/notesMaster1.xml" Id="R5fc674e2598540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2053b3e2f94020" /><Relationship Type="http://schemas.openxmlformats.org/officeDocument/2006/relationships/notesMaster" Target="/ppt/notesMasters/notesMaster1.xml" Id="R104a0dfc9a1a4a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1acaadcd7246b7" /><Relationship Type="http://schemas.openxmlformats.org/officeDocument/2006/relationships/notesMaster" Target="/ppt/notesMasters/notesMaster1.xml" Id="R9d83bb45ee224b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09998609fb4df2" /><Relationship Type="http://schemas.openxmlformats.org/officeDocument/2006/relationships/notesMaster" Target="/ppt/notesMasters/notesMaster1.xml" Id="R4fa658e338de43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87480980244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d1fd9d0a50466f" /><Relationship Type="http://schemas.openxmlformats.org/officeDocument/2006/relationships/slideLayout" Target="/ppt/slideLayouts/slideLayout1.xml" Id="R3af92a173102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f92a173102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62b5c5cc54f72" /><Relationship Type="http://schemas.openxmlformats.org/officeDocument/2006/relationships/notesSlide" Target="/ppt/notesSlides/notesSlide1.xml" Id="Rc7cc843bbe44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f214972a34901" /><Relationship Type="http://schemas.openxmlformats.org/officeDocument/2006/relationships/notesSlide" Target="/ppt/notesSlides/notesSlide2.xml" Id="R7bb007b2535346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3bac3564a4931" /><Relationship Type="http://schemas.openxmlformats.org/officeDocument/2006/relationships/notesSlide" Target="/ppt/notesSlides/notesSlide3.xml" Id="Rc13c1beeeebd40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99d2fd9f54b00" /><Relationship Type="http://schemas.openxmlformats.org/officeDocument/2006/relationships/image" Target="/ppt/media/image.png" Id="R34ab6df88b8e4e65" /><Relationship Type="http://schemas.openxmlformats.org/officeDocument/2006/relationships/notesSlide" Target="/ppt/notesSlides/notesSlide4.xml" Id="Re882b65220da40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fdc313b442ae" /><Relationship Type="http://schemas.openxmlformats.org/officeDocument/2006/relationships/image" Target="/ppt/media/image2.png" Id="Rafbeb89602794c3e" /><Relationship Type="http://schemas.openxmlformats.org/officeDocument/2006/relationships/notesSlide" Target="/ppt/notesSlides/notesSlide5.xml" Id="R3c465f374a2d4a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3e8fa4fe34b7a" /><Relationship Type="http://schemas.openxmlformats.org/officeDocument/2006/relationships/image" Target="/ppt/media/image3.png" Id="Rfbbf9452cba54d3a" /><Relationship Type="http://schemas.openxmlformats.org/officeDocument/2006/relationships/notesSlide" Target="/ppt/notesSlides/notesSlide6.xml" Id="Rf211083ced4744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0510138df462e" /><Relationship Type="http://schemas.openxmlformats.org/officeDocument/2006/relationships/notesSlide" Target="/ppt/notesSlides/notesSlide7.xml" Id="R0255bde41f9f47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f528a5ecc4787" /><Relationship Type="http://schemas.openxmlformats.org/officeDocument/2006/relationships/notesSlide" Target="/ppt/notesSlides/notesSlide8.xml" Id="R72370d7555014c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DE68A751-C692-4F8D-871C-CCFA70CD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3A7D51-16E5-4CF1-885A-9D6A1C2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Pivot, RPM, assembly and evaluation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97807D5C-F42A-427A-9812-8D2A543E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Apply calculations, verify assembly quality and complete the final evidence trail.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F74963BB-E314-4C9F-80ED-5E1C20C3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9–10</a:t>
            </a:r>
          </a:p>
        </p:txBody>
      </p:sp>
    </p:spTree>
    <p:extLst>
      <p:ext uri="{BB962C8B-B14F-4D97-AF65-F5344CB8AC3E}">
        <p14:creationId xmlns:p14="http://schemas.microsoft.com/office/powerpoint/2010/main" val="986190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E47BF076-3035-4A9D-8347-18E41F54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1FE9E0-57AF-419B-AE53-0ED353B6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A0F5F7-B343-4BC6-992E-75B89C7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65932E5C-DE65-4593-99B8-A0D06EED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3E9E5863-7DF5-45E7-8DB4-5560CCA4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A7E370EF-A0AA-459E-BE64-9E1C0399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the handle and pivot assembly described as a functional quality gate?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4ED1ED91-1E12-472B-A7C1-2D09973F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1A57E3B0-9470-4FBA-9403-DBD416ED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C575A009-8AAC-4331-85C4-FD0E1657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Before final finishing or handover, what should students confirm first?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2FAF17C7-7502-4108-A866-FB436A7B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77025B30-DC8A-47C4-926A-70DE79D3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7AD1825C-D17A-4C80-920E-68ACD323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According to the theory, how should fit be assessed?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46FB29DC-D255-4834-A249-C1534247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CECA6BAF-7C27-4142-BF77-B6AC1907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0511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0CA5E45F-237D-4FF9-BCE9-27B59DCA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4F69CE-967B-4910-AEE3-BB79F595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76AB3D0-9828-42A1-AEE2-A38EC8E5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D5CA9803-4917-403C-8A2C-03788397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4F13E913-7DF2-4ED8-BA43-E9853B86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36C13898-D435-4D1C-9BC8-5DFE470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Handle and pivot assembly as a functional quality gate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42D60D75-14CE-4D0D-B01B-32EDC561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8625D127-5FF9-452F-A9C3-45D90EC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6E70BA87-3B6B-4C37-9C5D-36F330C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Societal and environmental impact report with evidence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205E2DBE-C52E-4477-AB20-AA1286F7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8EF8B1F4-B945-4D25-88B1-117E651F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7B167CBC-34EE-4C12-BDD9-0B241E0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PMI, project report and authentic Task 2 submission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6078977-5A71-45A1-A57D-25939919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FF5C25E5-0B48-4139-A3C5-AFDC0F9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5384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4E3577A-3582-437B-B212-98226B0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14FD39-D53D-4135-B2CC-E4E4231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Handle and pivot assembly as a functional quality gate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AC9343-53F1-49AE-9737-131D9F3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b6df88b8e4e65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0105FF5C-5BD0-41B3-9D4D-76CBAD65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Verify identity, orientation, fit and movement before final completion.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EF38F9CC-9D62-444F-BB4C-418A7B79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reversible trial assembly to diagnose relationships between parts.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2FD454B0-EF1C-40FD-9D0F-C3A6A9A7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Obtain teacher review before rework, finishing or handover.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D9DC2A1-21CD-4CC4-ABC3-15D94149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2F21953A-EE34-4F53-88F5-22736AA1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437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E8E819F-E550-4DC8-8C9C-C99C758D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38D053-51F6-4821-8EBC-E850AD51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Societal and environmental impact report with evidence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306249-571D-4455-9CBB-31945FA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eb89602794c3e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36261D16-094D-48AC-BF68-4906FD32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Base impact judgements on actual project records and credible sources.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6C32B032-DE44-48C1-94EA-DA4AB19C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Explain trade-offs across value, durability, resources and waste.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3CD631FC-0733-4F47-9E54-700E9C3F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State evidence limits and avoid unsupported sustainability claims.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EC401A69-F69E-493B-87D5-3D4B778F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885732D9-D305-4410-8FE5-69E086E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55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7D6C99A-53CD-4AC9-A540-DD607A48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15FB27-C60D-4AB1-A9F3-B446C48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PMI, project report and authentic Task 2 submission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C9FDDF-23CA-426B-829A-F855B5B5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f9452cba54d3a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D3C721D1-EE29-453A-9B08-47B37DDA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Consolidate planning, production, cost, quality and impact evidence.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44D5D9E0-9F07-410D-8CFF-11654DCE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accurate captions and report the as-built project honestly.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961EAADF-1B36-438B-8F6B-30C1B8E2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Acknowledge sources, assistance, limitations and unresolved details.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6CB31F0B-6E93-4850-A74F-018146C1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31705F0B-05DD-4C7F-9BC0-81EDF213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6380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70A58B36-7548-4945-A90B-79AF41C9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78881-F659-492B-AE17-3491EF0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069E37-498D-4820-9A3E-617B3FFE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B57964D0-8301-4295-B719-7E5B7B6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DFE57B9A-10CB-415E-B2CD-D15FC80F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560AE8F2-AD3A-4E81-ABF4-7BBAC0EF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the handle and pivot assembly described as a functional quality gate?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7AB35B4A-2033-4905-8445-F7172C6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0075C7BA-F628-4C42-938F-558DB81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7A1F47C2-2D7A-4389-B136-20DD60FB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be the main basis for judging the completed shovel's impacts?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C186283C-DE62-4D40-BBB4-5A2BC5CB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2D00FC0E-DCCB-426E-9B26-45F5246F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22B814FB-DC63-420B-898D-B388BAB8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main purpose of the final PMI evaluation and project report?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870F9D72-CD4B-4BDB-A124-4237219B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D236DEFC-A371-48AE-AC76-BBD6BEE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944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A8C33AE8-CA9A-4F89-A6CE-147666C1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E39D4E-2E97-4B57-BC1C-0EBFB3E2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48C2DF-83E7-4BA1-A4AD-E53EE68A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5D12CCE3-7795-4D5A-861E-F32A8D9D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D976CD7E-F797-446F-BDC4-CF17B02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51413956-BBAA-4631-86B6-E5311538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Write an assembly quality-gate record covering confirmed criterion, movement evidence, issue diagnosis and teacher-confirmed action.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448D3416-C686-4F47-902B-4754F52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1E1F8D4E-1CE6-4651-B618-3213C4AE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F9033450-1E71-4AA6-8575-C4D6EE1C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D7BBAD54-A9E1-4744-9183-38890254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8981F6C-E165-4D4C-80C0-17941F3D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5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1F518DD6-C9BA-4FE6-A427-D133EB51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814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2026-08-16T10:43:29.8810000Z</dcterms:created>
  <dcterms:modified xsi:type="dcterms:W3CDTF">2026-08-16T10:43:29.8810000Z</dcterms:modified>
</coreProperties>
</file>